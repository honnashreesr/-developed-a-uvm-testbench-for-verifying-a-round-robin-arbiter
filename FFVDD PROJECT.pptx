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61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CC544-A172-44CA-934C-038843F338BC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E001C-6EE8-4890-A9D1-30B0D5B3D1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9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E001C-6EE8-4890-A9D1-30B0D5B3D11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0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E001C-6EE8-4890-A9D1-30B0D5B3D11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08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23A0-1295-54EB-74F4-68685521A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03D72-B7C8-7408-B8BD-0ED9AAF34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E6713-C0B0-CDF7-6C02-C0C6F138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46082-25F9-4DD3-ADD2-06B7B0D85A64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6809-05FC-E2CC-A9EB-8EDBD5F7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09F32-A26D-943B-234E-F6F52DCF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5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3865-05FB-851D-7D33-512478F1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02281-3EB3-8D72-115F-8718C352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123F7-C09E-733A-A987-A4ADEAE4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4A28-B87B-4E04-AE4F-712166E291AF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C0994-D12A-DCA2-6A60-8F672837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198F3-F679-54CC-9A5E-98B19837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533A-CB57-B870-B39E-BBA974F9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5575C-CDD2-8EC1-65AA-F05130A2C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BC1C0-F99A-BBAA-7941-FE9C7456A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D99C2-7F91-4832-A8EB-EEAF461D9846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9A51D-56C2-274A-132E-E777BF67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CAD16-EE98-1C11-A60A-A7444C44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06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1812-14C6-E85C-F8FB-C8AA0068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22E83-81EF-4562-91F8-67BBE92CB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569A2-7840-6DC9-925A-9390A4F73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730D1-AC9D-42B6-DEA5-794972DA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6F5A-6120-42F9-968E-DE03B9EB1CB6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C626-9959-3DF3-69D6-57F5C341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0A5DF-A4CF-1B2E-177E-2603838F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53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072E-0657-EE95-45EF-E2D423F8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7AA29-F0F3-3F15-3D72-0A24772EF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9B296-497C-E505-D8A7-8378D37DD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3B49C-21FC-2D75-CDBF-07189A5F4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24F7A-178F-D7C1-BEDA-CB83AA062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9C4A8-114F-FB0B-E7FA-8421C398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3D60-A055-4435-B717-6D0C54AA4575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6904F-3755-3903-5955-870E790A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37614-C89D-B39A-CE6E-0848DD60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42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AEB8-E528-966C-991F-59F1E107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37B98D-3F95-AA64-51BE-86E7B397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42C79-1D91-462D-9BC6-5C72F11E37ED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24C47-AEA5-FD5A-89B7-5B3432BE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85EB5-D600-C238-A224-4B7C5C14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277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FE063-6750-170F-B6EB-6AE03361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A035-1605-4623-8F1D-5C54562D6010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A44A4-AA36-7577-1C47-95579B45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D942C-8ECB-8E6B-8683-B51BFE33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7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56C6-2BB6-19B8-0DDF-E630F0332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3FF68-C49B-3B3B-E360-E1263CC7F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03FDD-9B55-AB2B-BE9A-772578D19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24719-2528-B172-F6A0-1ECB0BCE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53112-CC4E-44A1-9B91-5C74CBA160A7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6FE77-9BC2-786E-2F8D-3D222A56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8E603-8059-44A8-1D39-9D8BE185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9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9974-39F6-7485-0E23-F186F1FB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34AD2F-77BC-BB5A-4608-93231C667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B131A-4A0E-25A6-3E0C-F3E56609B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EF5FF-AF7C-0997-B288-73089194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5C087-AF6F-443A-ABB0-2173E451EE65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A5560-3A61-056D-9985-4A5DE7A6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2FECF-139D-044D-F1BF-4FC817B0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7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00E6-FD8C-3858-071D-130629A8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D3916-0EFF-A2D8-F0C4-D08E67D76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3A33-59D9-F012-B722-BCDD7D14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7E81-33BD-4110-8147-B49440EA691C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C7DAF-CE0F-8730-B400-DF2C8E54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28253-0D74-077F-8E7B-D54F6DAA2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0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BBDD2C-9703-CB14-C66E-BD4BB35B5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CF817-A882-09F4-8ECF-FC6EBB5A8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6C834-88C6-4EB7-BA01-F0BF44E39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D973-7B54-4281-B270-D0850BF2FEEF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AD38F-95A7-040D-CF62-6A3D65A8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DSD Final Project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E113-0EBD-B0C3-AA17-9CB7D0BD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20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524E5-8502-9D57-CF56-E28CCFFD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95E69-0162-A446-94B4-F31CA8C6B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8D7BE-3F79-2595-668A-EB41340D3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C74B2-91CA-42C3-B29C-4FDA2C888340}" type="datetime3">
              <a:rPr lang="en-IN" smtClean="0"/>
              <a:t>11 November 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BE270-C64F-1B54-43BD-2F1E46696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DSD Final Project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AA9B9-63D2-314E-F61D-18A176B15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399A1-9A4A-4327-BA1C-E7F85A7ABD6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AFB8CA8-8626-EA2A-74D3-8173E52C155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63128" y="121823"/>
            <a:ext cx="593169" cy="586151"/>
          </a:xfrm>
          <a:prstGeom prst="rect">
            <a:avLst/>
          </a:prstGeom>
        </p:spPr>
      </p:pic>
      <p:pic>
        <p:nvPicPr>
          <p:cNvPr id="9" name="Picture 8" descr="A logo with a star in the center&#10;&#10;Description automatically generated">
            <a:extLst>
              <a:ext uri="{FF2B5EF4-FFF2-40B4-BE49-F238E27FC236}">
                <a16:creationId xmlns:a16="http://schemas.microsoft.com/office/drawing/2014/main" id="{EAB27CF4-F9B0-0460-E77E-2404ABCA2C4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9" y="173398"/>
            <a:ext cx="1093836" cy="50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0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37D0-E22E-95C6-0836-3296BCF6E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6763" y="1368713"/>
            <a:ext cx="9144000" cy="1130980"/>
          </a:xfrm>
        </p:spPr>
        <p:txBody>
          <a:bodyPr>
            <a:noAutofit/>
          </a:bodyPr>
          <a:lstStyle/>
          <a:p>
            <a:r>
              <a:rPr lang="en-US" sz="4000" dirty="0"/>
              <a:t>R</a:t>
            </a:r>
            <a:r>
              <a:rPr lang="en-IN" sz="4000" dirty="0"/>
              <a:t>OUND ROBIN ARBITER USING UVM TEST BENCH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CC06C-5DB7-C34A-3BA8-79F5A2DD4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661708"/>
          </a:xfrm>
        </p:spPr>
        <p:txBody>
          <a:bodyPr/>
          <a:lstStyle/>
          <a:p>
            <a:r>
              <a:rPr lang="en-IN" b="1" dirty="0"/>
              <a:t>Mentor TA: ANSHUL </a:t>
            </a:r>
            <a:r>
              <a:rPr lang="en-IN" dirty="0"/>
              <a:t>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FC451-F61B-FE7F-3F74-2529453F80DC}"/>
              </a:ext>
            </a:extLst>
          </p:cNvPr>
          <p:cNvSpPr txBox="1"/>
          <p:nvPr/>
        </p:nvSpPr>
        <p:spPr>
          <a:xfrm>
            <a:off x="5029200" y="783938"/>
            <a:ext cx="213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Team #27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97AFEE-0F0C-C5CB-0B97-55D53CBBB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986201"/>
              </p:ext>
            </p:extLst>
          </p:nvPr>
        </p:nvGraphicFramePr>
        <p:xfrm>
          <a:off x="1576613" y="3428999"/>
          <a:ext cx="9004301" cy="2645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1730">
                  <a:extLst>
                    <a:ext uri="{9D8B030D-6E8A-4147-A177-3AD203B41FA5}">
                      <a16:colId xmlns:a16="http://schemas.microsoft.com/office/drawing/2014/main" val="4183764293"/>
                    </a:ext>
                  </a:extLst>
                </a:gridCol>
                <a:gridCol w="6422571">
                  <a:extLst>
                    <a:ext uri="{9D8B030D-6E8A-4147-A177-3AD203B41FA5}">
                      <a16:colId xmlns:a16="http://schemas.microsoft.com/office/drawing/2014/main" val="1491152015"/>
                    </a:ext>
                  </a:extLst>
                </a:gridCol>
              </a:tblGrid>
              <a:tr h="523199">
                <a:tc>
                  <a:txBody>
                    <a:bodyPr/>
                    <a:lstStyle/>
                    <a:p>
                      <a:r>
                        <a:rPr lang="en-IN" b="1" dirty="0"/>
                        <a:t>SRN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134759"/>
                  </a:ext>
                </a:extLst>
              </a:tr>
              <a:tr h="530466">
                <a:tc>
                  <a:txBody>
                    <a:bodyPr/>
                    <a:lstStyle/>
                    <a:p>
                      <a:r>
                        <a:rPr lang="en-US" dirty="0"/>
                        <a:t>PES1UG23EC098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DISHA SHETTY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3487"/>
                  </a:ext>
                </a:extLst>
              </a:tr>
              <a:tr h="530466">
                <a:tc>
                  <a:txBody>
                    <a:bodyPr/>
                    <a:lstStyle/>
                    <a:p>
                      <a:r>
                        <a:rPr lang="en-US" dirty="0"/>
                        <a:t>PES1UG22EC125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HONNASHREE S 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970610"/>
                  </a:ext>
                </a:extLst>
              </a:tr>
              <a:tr h="530466">
                <a:tc>
                  <a:txBody>
                    <a:bodyPr/>
                    <a:lstStyle/>
                    <a:p>
                      <a:r>
                        <a:rPr lang="en-US" dirty="0"/>
                        <a:t>PES1UG23EC192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NEELAMMA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0286"/>
                  </a:ext>
                </a:extLst>
              </a:tr>
              <a:tr h="530466">
                <a:tc>
                  <a:txBody>
                    <a:bodyPr/>
                    <a:lstStyle/>
                    <a:p>
                      <a:r>
                        <a:rPr lang="en-US" dirty="0"/>
                        <a:t>PES1UG22EC224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RAAJ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574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8FCD74-B5B3-0EF8-23DC-D92A53C0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0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6076-66B7-68B2-2120-15E43B1B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CODE: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8D80-158E-74FB-C0E5-91C1FC71A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673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/>
              <a:t>module </a:t>
            </a:r>
            <a:r>
              <a:rPr lang="en-US" sz="7200" dirty="0" err="1"/>
              <a:t>round_robin_arbiter</a:t>
            </a:r>
            <a:r>
              <a:rPr lang="en-US" sz="7200" dirty="0"/>
              <a:t> (</a:t>
            </a:r>
          </a:p>
          <a:p>
            <a:pPr marL="0" indent="0">
              <a:buNone/>
            </a:pPr>
            <a:r>
              <a:rPr lang="en-US" sz="7200" dirty="0"/>
              <a:t>    input  logic        </a:t>
            </a:r>
            <a:r>
              <a:rPr lang="en-US" sz="7200" dirty="0" err="1"/>
              <a:t>clk</a:t>
            </a:r>
            <a:r>
              <a:rPr lang="en-US" sz="7200" dirty="0"/>
              <a:t>,</a:t>
            </a:r>
          </a:p>
          <a:p>
            <a:pPr marL="0" indent="0">
              <a:buNone/>
            </a:pPr>
            <a:r>
              <a:rPr lang="en-US" sz="7200" dirty="0"/>
              <a:t>    input  logic        </a:t>
            </a:r>
            <a:r>
              <a:rPr lang="en-US" sz="7200" dirty="0" err="1"/>
              <a:t>rst</a:t>
            </a:r>
            <a:r>
              <a:rPr lang="en-US" sz="7200" dirty="0"/>
              <a:t>,</a:t>
            </a:r>
          </a:p>
          <a:p>
            <a:pPr marL="0" indent="0">
              <a:buNone/>
            </a:pPr>
            <a:r>
              <a:rPr lang="en-US" sz="7200" dirty="0"/>
              <a:t>    input  logic [3:0]  req,</a:t>
            </a:r>
          </a:p>
          <a:p>
            <a:pPr marL="0" indent="0">
              <a:buNone/>
            </a:pPr>
            <a:r>
              <a:rPr lang="en-US" sz="7200" dirty="0"/>
              <a:t>    output logic [3:0]  grant</a:t>
            </a:r>
          </a:p>
          <a:p>
            <a:pPr marL="0" indent="0">
              <a:buNone/>
            </a:pPr>
            <a:r>
              <a:rPr lang="en-US" sz="7200" dirty="0"/>
              <a:t>);</a:t>
            </a:r>
          </a:p>
          <a:p>
            <a:pPr marL="0" indent="0">
              <a:buNone/>
            </a:pPr>
            <a:r>
              <a:rPr lang="en-US" sz="7200" dirty="0"/>
              <a:t>    typedef </a:t>
            </a:r>
            <a:r>
              <a:rPr lang="en-US" sz="7200" dirty="0" err="1"/>
              <a:t>enum</a:t>
            </a:r>
            <a:r>
              <a:rPr lang="en-US" sz="7200" dirty="0"/>
              <a:t> logic [2:0] {</a:t>
            </a:r>
          </a:p>
          <a:p>
            <a:pPr marL="0" indent="0">
              <a:buNone/>
            </a:pPr>
            <a:r>
              <a:rPr lang="en-US" sz="7200" dirty="0"/>
              <a:t>        S_IDLE = 3'b000,</a:t>
            </a:r>
          </a:p>
          <a:p>
            <a:pPr marL="0" indent="0">
              <a:buNone/>
            </a:pPr>
            <a:r>
              <a:rPr lang="en-US" sz="7200" dirty="0"/>
              <a:t>        S_0    = 3'b001,</a:t>
            </a:r>
          </a:p>
          <a:p>
            <a:pPr marL="0" indent="0">
              <a:buNone/>
            </a:pPr>
            <a:r>
              <a:rPr lang="en-US" sz="7200" dirty="0"/>
              <a:t>        S_1    = 3'b010,</a:t>
            </a:r>
          </a:p>
          <a:p>
            <a:pPr marL="0" indent="0">
              <a:buNone/>
            </a:pPr>
            <a:r>
              <a:rPr lang="en-US" sz="7200" dirty="0"/>
              <a:t>        S_2    = 3'b011,</a:t>
            </a:r>
          </a:p>
          <a:p>
            <a:pPr marL="0" indent="0">
              <a:buNone/>
            </a:pPr>
            <a:r>
              <a:rPr lang="en-US" sz="7200" dirty="0"/>
              <a:t>        S_3    = 3'b100</a:t>
            </a:r>
          </a:p>
          <a:p>
            <a:pPr marL="0" indent="0">
              <a:buNone/>
            </a:pPr>
            <a:r>
              <a:rPr lang="en-US" sz="7200" dirty="0"/>
              <a:t>    } </a:t>
            </a:r>
            <a:r>
              <a:rPr lang="en-US" sz="7200" dirty="0" err="1"/>
              <a:t>state_t</a:t>
            </a:r>
            <a:r>
              <a:rPr lang="en-US" sz="7200" dirty="0"/>
              <a:t>;</a:t>
            </a:r>
          </a:p>
          <a:p>
            <a:pPr marL="0" indent="0">
              <a:buNone/>
            </a:pPr>
            <a:r>
              <a:rPr lang="en-US" sz="7200" dirty="0"/>
              <a:t>    </a:t>
            </a:r>
            <a:r>
              <a:rPr lang="en-US" sz="7200" dirty="0" err="1"/>
              <a:t>state_t</a:t>
            </a:r>
            <a:r>
              <a:rPr lang="en-US" sz="7200" dirty="0"/>
              <a:t> </a:t>
            </a:r>
            <a:r>
              <a:rPr lang="en-US" sz="7200" dirty="0" err="1"/>
              <a:t>present_state</a:t>
            </a:r>
            <a:r>
              <a:rPr lang="en-US" sz="7200" dirty="0"/>
              <a:t>, </a:t>
            </a:r>
            <a:r>
              <a:rPr lang="en-US" sz="7200" dirty="0" err="1"/>
              <a:t>next_state</a:t>
            </a:r>
            <a:r>
              <a:rPr lang="en-US" sz="7200" dirty="0"/>
              <a:t>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5D0CF-7A22-6F9C-2FB5-88386865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C8B39-AE58-6B1F-7BB1-5A0A00BEACE6}"/>
              </a:ext>
            </a:extLst>
          </p:cNvPr>
          <p:cNvSpPr txBox="1"/>
          <p:nvPr/>
        </p:nvSpPr>
        <p:spPr>
          <a:xfrm>
            <a:off x="4922520" y="144367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 // Sequential logic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always_ff</a:t>
            </a:r>
            <a:r>
              <a:rPr lang="en-US" sz="1800" dirty="0"/>
              <a:t> @(posedge </a:t>
            </a:r>
            <a:r>
              <a:rPr lang="en-US" sz="1800" dirty="0" err="1"/>
              <a:t>clk</a:t>
            </a:r>
            <a:r>
              <a:rPr lang="en-US" sz="1800" dirty="0"/>
              <a:t> or </a:t>
            </a:r>
            <a:r>
              <a:rPr lang="en-US" sz="1800" dirty="0" err="1"/>
              <a:t>posedge</a:t>
            </a:r>
            <a:r>
              <a:rPr lang="en-US" sz="1800" dirty="0"/>
              <a:t> </a:t>
            </a:r>
            <a:r>
              <a:rPr lang="en-US" sz="1800" dirty="0" err="1"/>
              <a:t>rst</a:t>
            </a:r>
            <a:r>
              <a:rPr lang="en-US" sz="1800" dirty="0"/>
              <a:t>) begin</a:t>
            </a:r>
          </a:p>
          <a:p>
            <a:pPr marL="0" indent="0">
              <a:buNone/>
            </a:pPr>
            <a:r>
              <a:rPr lang="en-US" sz="1800" dirty="0"/>
              <a:t>        if (</a:t>
            </a:r>
            <a:r>
              <a:rPr lang="en-US" sz="1800" dirty="0" err="1"/>
              <a:t>rst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present_state</a:t>
            </a:r>
            <a:r>
              <a:rPr lang="en-US" sz="1800" dirty="0"/>
              <a:t> &lt;= S_IDLE;</a:t>
            </a:r>
          </a:p>
          <a:p>
            <a:pPr marL="0" indent="0">
              <a:buNone/>
            </a:pPr>
            <a:r>
              <a:rPr lang="en-US" sz="1800" dirty="0"/>
              <a:t>        else</a:t>
            </a: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present_state</a:t>
            </a:r>
            <a:r>
              <a:rPr lang="en-US" sz="1800" dirty="0"/>
              <a:t> &lt;= </a:t>
            </a:r>
            <a:r>
              <a:rPr lang="en-US" sz="1800" dirty="0" err="1"/>
              <a:t>next_state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    end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75C571-112D-E890-FC5E-5EDE56E486AC}"/>
              </a:ext>
            </a:extLst>
          </p:cNvPr>
          <p:cNvCxnSpPr/>
          <p:nvPr/>
        </p:nvCxnSpPr>
        <p:spPr>
          <a:xfrm>
            <a:off x="4404360" y="1443673"/>
            <a:ext cx="0" cy="4667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82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E64CD-7A94-5655-387C-4554D02C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C7B22-B817-D50F-5ED5-CECDF95F6154}"/>
              </a:ext>
            </a:extLst>
          </p:cNvPr>
          <p:cNvSpPr txBox="1"/>
          <p:nvPr/>
        </p:nvSpPr>
        <p:spPr>
          <a:xfrm>
            <a:off x="320040" y="728246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 // Next-state logic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always_comb</a:t>
            </a:r>
            <a:r>
              <a:rPr lang="en-US" dirty="0"/>
              <a:t> begin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next_state</a:t>
            </a:r>
            <a:r>
              <a:rPr lang="en-US" dirty="0"/>
              <a:t> = S_IDLE;</a:t>
            </a:r>
          </a:p>
          <a:p>
            <a:pPr marL="0" indent="0">
              <a:buNone/>
            </a:pPr>
            <a:r>
              <a:rPr lang="en-US" dirty="0"/>
              <a:t>        unique case (</a:t>
            </a:r>
            <a:r>
              <a:rPr lang="en-US" dirty="0" err="1"/>
              <a:t>present_state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S_IDLE: begin</a:t>
            </a:r>
          </a:p>
          <a:p>
            <a:pPr marL="0" indent="0">
              <a:buNone/>
            </a:pPr>
            <a:r>
              <a:rPr lang="en-US" dirty="0"/>
              <a:t>                if (req[0])      </a:t>
            </a:r>
            <a:r>
              <a:rPr lang="en-US" dirty="0" err="1"/>
              <a:t>next_state</a:t>
            </a:r>
            <a:r>
              <a:rPr lang="en-US" dirty="0"/>
              <a:t> = S_0;</a:t>
            </a:r>
          </a:p>
          <a:p>
            <a:pPr marL="0" indent="0">
              <a:buNone/>
            </a:pPr>
            <a:r>
              <a:rPr lang="en-US" dirty="0"/>
              <a:t>                else if (req[1]) </a:t>
            </a:r>
            <a:r>
              <a:rPr lang="en-US" dirty="0" err="1"/>
              <a:t>next_state</a:t>
            </a:r>
            <a:r>
              <a:rPr lang="en-US" dirty="0"/>
              <a:t> = S_1;</a:t>
            </a:r>
          </a:p>
          <a:p>
            <a:pPr marL="0" indent="0">
              <a:buNone/>
            </a:pPr>
            <a:r>
              <a:rPr lang="en-US" dirty="0"/>
              <a:t>                else if (req[2]) </a:t>
            </a:r>
            <a:r>
              <a:rPr lang="en-US" dirty="0" err="1"/>
              <a:t>next_state</a:t>
            </a:r>
            <a:r>
              <a:rPr lang="en-US" dirty="0"/>
              <a:t> = S_2;</a:t>
            </a:r>
          </a:p>
          <a:p>
            <a:pPr marL="0" indent="0">
              <a:buNone/>
            </a:pPr>
            <a:r>
              <a:rPr lang="en-US" dirty="0"/>
              <a:t>                else if (req[3]) </a:t>
            </a:r>
            <a:r>
              <a:rPr lang="en-US" dirty="0" err="1"/>
              <a:t>next_state</a:t>
            </a:r>
            <a:r>
              <a:rPr lang="en-US" dirty="0"/>
              <a:t> = S_3;</a:t>
            </a:r>
          </a:p>
          <a:p>
            <a:pPr marL="0" indent="0">
              <a:buNone/>
            </a:pPr>
            <a:r>
              <a:rPr lang="en-US" dirty="0"/>
              <a:t>                else             </a:t>
            </a:r>
            <a:r>
              <a:rPr lang="en-US" dirty="0" err="1"/>
              <a:t>next_state</a:t>
            </a:r>
            <a:r>
              <a:rPr lang="en-US" dirty="0"/>
              <a:t> = S_IDLE;</a:t>
            </a:r>
          </a:p>
          <a:p>
            <a:pPr marL="0" indent="0">
              <a:buNone/>
            </a:pPr>
            <a:r>
              <a:rPr lang="en-US" dirty="0"/>
              <a:t>            end</a:t>
            </a:r>
          </a:p>
          <a:p>
            <a:pPr marL="0" indent="0">
              <a:buNone/>
            </a:pPr>
            <a:r>
              <a:rPr lang="en-US" dirty="0"/>
              <a:t>            S_0: begin</a:t>
            </a:r>
          </a:p>
          <a:p>
            <a:pPr marL="0" indent="0">
              <a:buNone/>
            </a:pPr>
            <a:r>
              <a:rPr lang="en-US" dirty="0"/>
              <a:t>                if (req[1])      </a:t>
            </a:r>
            <a:r>
              <a:rPr lang="en-US" dirty="0" err="1"/>
              <a:t>next_state</a:t>
            </a:r>
            <a:r>
              <a:rPr lang="en-US" dirty="0"/>
              <a:t> = S_1;</a:t>
            </a:r>
          </a:p>
          <a:p>
            <a:pPr marL="0" indent="0">
              <a:buNone/>
            </a:pPr>
            <a:r>
              <a:rPr lang="en-US" dirty="0"/>
              <a:t>                else if (req[2]) </a:t>
            </a:r>
            <a:r>
              <a:rPr lang="en-US" dirty="0" err="1"/>
              <a:t>next_state</a:t>
            </a:r>
            <a:r>
              <a:rPr lang="en-US" dirty="0"/>
              <a:t> = S_2;</a:t>
            </a:r>
          </a:p>
          <a:p>
            <a:pPr marL="0" indent="0">
              <a:buNone/>
            </a:pPr>
            <a:r>
              <a:rPr lang="en-US" dirty="0"/>
              <a:t>                else if (req[3]) </a:t>
            </a:r>
            <a:r>
              <a:rPr lang="en-US" dirty="0" err="1"/>
              <a:t>next_state</a:t>
            </a:r>
            <a:r>
              <a:rPr lang="en-US" dirty="0"/>
              <a:t> = S_3;</a:t>
            </a:r>
          </a:p>
          <a:p>
            <a:pPr marL="0" indent="0">
              <a:buNone/>
            </a:pPr>
            <a:r>
              <a:rPr lang="en-US" dirty="0"/>
              <a:t>                else if (req[0]) </a:t>
            </a:r>
            <a:r>
              <a:rPr lang="en-US" dirty="0" err="1"/>
              <a:t>next_state</a:t>
            </a:r>
            <a:r>
              <a:rPr lang="en-US" dirty="0"/>
              <a:t> = S_0;</a:t>
            </a:r>
          </a:p>
          <a:p>
            <a:pPr marL="0" indent="0">
              <a:buNone/>
            </a:pPr>
            <a:r>
              <a:rPr lang="en-US" dirty="0"/>
              <a:t>                else             </a:t>
            </a:r>
            <a:r>
              <a:rPr lang="en-US" dirty="0" err="1"/>
              <a:t>next_state</a:t>
            </a:r>
            <a:r>
              <a:rPr lang="en-US" dirty="0"/>
              <a:t> = S_IDLE;</a:t>
            </a:r>
          </a:p>
          <a:p>
            <a:pPr marL="0" indent="0">
              <a:buNone/>
            </a:pPr>
            <a:r>
              <a:rPr lang="en-US" dirty="0"/>
              <a:t>           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F137B-7C28-FB5E-86CF-126A7C9D83A3}"/>
              </a:ext>
            </a:extLst>
          </p:cNvPr>
          <p:cNvSpPr txBox="1"/>
          <p:nvPr/>
        </p:nvSpPr>
        <p:spPr>
          <a:xfrm>
            <a:off x="4404360" y="728246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 S_1: begin</a:t>
            </a:r>
          </a:p>
          <a:p>
            <a:pPr marL="0" indent="0">
              <a:buNone/>
            </a:pPr>
            <a:r>
              <a:rPr lang="en-US" dirty="0"/>
              <a:t>                if (req[2])      </a:t>
            </a:r>
            <a:r>
              <a:rPr lang="en-US" dirty="0" err="1"/>
              <a:t>next_state</a:t>
            </a:r>
            <a:r>
              <a:rPr lang="en-US" dirty="0"/>
              <a:t> = S_2;</a:t>
            </a:r>
          </a:p>
          <a:p>
            <a:pPr marL="0" indent="0">
              <a:buNone/>
            </a:pPr>
            <a:r>
              <a:rPr lang="en-US" dirty="0"/>
              <a:t>                else if (req[3]) </a:t>
            </a:r>
            <a:r>
              <a:rPr lang="en-US" dirty="0" err="1"/>
              <a:t>next_state</a:t>
            </a:r>
            <a:r>
              <a:rPr lang="en-US" dirty="0"/>
              <a:t> = S_3;</a:t>
            </a:r>
          </a:p>
          <a:p>
            <a:pPr marL="0" indent="0">
              <a:buNone/>
            </a:pPr>
            <a:r>
              <a:rPr lang="en-US" dirty="0"/>
              <a:t>                else if (req[0]) </a:t>
            </a:r>
            <a:r>
              <a:rPr lang="en-US" dirty="0" err="1"/>
              <a:t>next_state</a:t>
            </a:r>
            <a:r>
              <a:rPr lang="en-US" dirty="0"/>
              <a:t> = S_0;</a:t>
            </a:r>
          </a:p>
          <a:p>
            <a:pPr marL="0" indent="0">
              <a:buNone/>
            </a:pPr>
            <a:r>
              <a:rPr lang="en-US" dirty="0"/>
              <a:t>                else if (req[1]) </a:t>
            </a:r>
            <a:r>
              <a:rPr lang="en-US" dirty="0" err="1"/>
              <a:t>next_state</a:t>
            </a:r>
            <a:r>
              <a:rPr lang="en-US" dirty="0"/>
              <a:t> = S_1;</a:t>
            </a:r>
          </a:p>
          <a:p>
            <a:pPr marL="0" indent="0">
              <a:buNone/>
            </a:pPr>
            <a:r>
              <a:rPr lang="en-US" dirty="0"/>
              <a:t>                else             </a:t>
            </a:r>
            <a:r>
              <a:rPr lang="en-US" dirty="0" err="1"/>
              <a:t>next_state</a:t>
            </a:r>
            <a:r>
              <a:rPr lang="en-US" dirty="0"/>
              <a:t> = S_IDLE;</a:t>
            </a:r>
          </a:p>
          <a:p>
            <a:pPr marL="0" indent="0">
              <a:buNone/>
            </a:pPr>
            <a:r>
              <a:rPr lang="en-US" dirty="0"/>
              <a:t>            end</a:t>
            </a:r>
          </a:p>
          <a:p>
            <a:pPr marL="0" indent="0">
              <a:buNone/>
            </a:pPr>
            <a:r>
              <a:rPr lang="en-US" dirty="0"/>
              <a:t>            S_2: begin</a:t>
            </a:r>
          </a:p>
          <a:p>
            <a:pPr marL="0" indent="0">
              <a:buNone/>
            </a:pPr>
            <a:r>
              <a:rPr lang="en-US" dirty="0"/>
              <a:t>                if (req[3])      </a:t>
            </a:r>
            <a:r>
              <a:rPr lang="en-US" dirty="0" err="1"/>
              <a:t>next_state</a:t>
            </a:r>
            <a:r>
              <a:rPr lang="en-US" dirty="0"/>
              <a:t> = S_3;</a:t>
            </a:r>
          </a:p>
          <a:p>
            <a:pPr marL="0" indent="0">
              <a:buNone/>
            </a:pPr>
            <a:r>
              <a:rPr lang="en-US" dirty="0"/>
              <a:t>                else if (req[0]) </a:t>
            </a:r>
            <a:r>
              <a:rPr lang="en-US" dirty="0" err="1"/>
              <a:t>next_state</a:t>
            </a:r>
            <a:r>
              <a:rPr lang="en-US" dirty="0"/>
              <a:t> = S_0;</a:t>
            </a:r>
          </a:p>
          <a:p>
            <a:pPr marL="0" indent="0">
              <a:buNone/>
            </a:pPr>
            <a:r>
              <a:rPr lang="en-US" dirty="0"/>
              <a:t>                else if (req[1]) </a:t>
            </a:r>
            <a:r>
              <a:rPr lang="en-US" dirty="0" err="1"/>
              <a:t>next_state</a:t>
            </a:r>
            <a:r>
              <a:rPr lang="en-US" dirty="0"/>
              <a:t> = S_1;</a:t>
            </a:r>
          </a:p>
          <a:p>
            <a:pPr marL="0" indent="0">
              <a:buNone/>
            </a:pPr>
            <a:r>
              <a:rPr lang="en-US" dirty="0"/>
              <a:t>                else if (req[2]) </a:t>
            </a:r>
            <a:r>
              <a:rPr lang="en-US" dirty="0" err="1"/>
              <a:t>next_state</a:t>
            </a:r>
            <a:r>
              <a:rPr lang="en-US" dirty="0"/>
              <a:t> = S_2;</a:t>
            </a:r>
          </a:p>
          <a:p>
            <a:pPr marL="0" indent="0">
              <a:buNone/>
            </a:pPr>
            <a:r>
              <a:rPr lang="en-US" dirty="0"/>
              <a:t>                else             </a:t>
            </a:r>
            <a:r>
              <a:rPr lang="en-US" dirty="0" err="1"/>
              <a:t>next_state</a:t>
            </a:r>
            <a:r>
              <a:rPr lang="en-US" dirty="0"/>
              <a:t> = S_IDLE;</a:t>
            </a:r>
          </a:p>
          <a:p>
            <a:pPr marL="0" indent="0">
              <a:buNone/>
            </a:pPr>
            <a:r>
              <a:rPr lang="en-US" dirty="0"/>
              <a:t>            end</a:t>
            </a:r>
          </a:p>
          <a:p>
            <a:pPr marL="0" indent="0">
              <a:buNone/>
            </a:pPr>
            <a:r>
              <a:rPr lang="en-US" dirty="0"/>
              <a:t>            S_3: begin</a:t>
            </a:r>
          </a:p>
          <a:p>
            <a:pPr marL="0" indent="0">
              <a:buNone/>
            </a:pPr>
            <a:r>
              <a:rPr lang="en-US" dirty="0"/>
              <a:t>                if (req[0])      </a:t>
            </a:r>
            <a:r>
              <a:rPr lang="en-US" dirty="0" err="1"/>
              <a:t>next_state</a:t>
            </a:r>
            <a:r>
              <a:rPr lang="en-US" dirty="0"/>
              <a:t> = S_0;</a:t>
            </a:r>
          </a:p>
          <a:p>
            <a:pPr marL="0" indent="0">
              <a:buNone/>
            </a:pPr>
            <a:r>
              <a:rPr lang="en-US" dirty="0"/>
              <a:t>                else if (req[1]) </a:t>
            </a:r>
            <a:r>
              <a:rPr lang="en-US" dirty="0" err="1"/>
              <a:t>next_state</a:t>
            </a:r>
            <a:r>
              <a:rPr lang="en-US" dirty="0"/>
              <a:t> = S_1;</a:t>
            </a:r>
          </a:p>
          <a:p>
            <a:pPr marL="0" indent="0">
              <a:buNone/>
            </a:pPr>
            <a:r>
              <a:rPr lang="en-US" dirty="0"/>
              <a:t>                else if (req[2]) </a:t>
            </a:r>
            <a:r>
              <a:rPr lang="en-US" dirty="0" err="1"/>
              <a:t>next_state</a:t>
            </a:r>
            <a:r>
              <a:rPr lang="en-US" dirty="0"/>
              <a:t> = S_2;</a:t>
            </a:r>
          </a:p>
          <a:p>
            <a:pPr marL="0" indent="0">
              <a:buNone/>
            </a:pPr>
            <a:r>
              <a:rPr lang="en-US" dirty="0"/>
              <a:t>                else if (req[3]) </a:t>
            </a:r>
            <a:r>
              <a:rPr lang="en-US" dirty="0" err="1"/>
              <a:t>next_state</a:t>
            </a:r>
            <a:r>
              <a:rPr lang="en-US" dirty="0"/>
              <a:t> = S_3;</a:t>
            </a:r>
          </a:p>
          <a:p>
            <a:pPr marL="0" indent="0">
              <a:buNone/>
            </a:pPr>
            <a:r>
              <a:rPr lang="en-US" dirty="0"/>
              <a:t>                else             </a:t>
            </a:r>
            <a:r>
              <a:rPr lang="en-US" dirty="0" err="1"/>
              <a:t>next_state</a:t>
            </a:r>
            <a:r>
              <a:rPr lang="en-US" dirty="0"/>
              <a:t> = S_IDLE;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6650A6-8C1A-E82C-D7BA-0B2720C31782}"/>
              </a:ext>
            </a:extLst>
          </p:cNvPr>
          <p:cNvSpPr txBox="1"/>
          <p:nvPr/>
        </p:nvSpPr>
        <p:spPr>
          <a:xfrm>
            <a:off x="8823960" y="866745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 end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endcase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Output logic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always_comb</a:t>
            </a:r>
            <a:r>
              <a:rPr lang="en-US" dirty="0"/>
              <a:t> begin</a:t>
            </a:r>
          </a:p>
          <a:p>
            <a:pPr marL="0" indent="0">
              <a:buNone/>
            </a:pPr>
            <a:r>
              <a:rPr lang="en-US" dirty="0"/>
              <a:t>        grant = 4'b0000;</a:t>
            </a:r>
          </a:p>
          <a:p>
            <a:pPr marL="0" indent="0">
              <a:buNone/>
            </a:pPr>
            <a:r>
              <a:rPr lang="en-US" dirty="0"/>
              <a:t>        case (</a:t>
            </a:r>
            <a:r>
              <a:rPr lang="en-US" dirty="0" err="1"/>
              <a:t>present_state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S_0: grant = 4'b0001;</a:t>
            </a:r>
          </a:p>
          <a:p>
            <a:pPr marL="0" indent="0">
              <a:buNone/>
            </a:pPr>
            <a:r>
              <a:rPr lang="en-US" dirty="0"/>
              <a:t>            S_1: grant = 4'b0010;</a:t>
            </a:r>
          </a:p>
          <a:p>
            <a:pPr marL="0" indent="0">
              <a:buNone/>
            </a:pPr>
            <a:r>
              <a:rPr lang="en-US" dirty="0"/>
              <a:t>            S_2: grant = 4'b0100;</a:t>
            </a:r>
          </a:p>
          <a:p>
            <a:pPr marL="0" indent="0">
              <a:buNone/>
            </a:pPr>
            <a:r>
              <a:rPr lang="en-US" dirty="0"/>
              <a:t>            S_3: grant = 4'b1000;</a:t>
            </a:r>
          </a:p>
          <a:p>
            <a:pPr marL="0" indent="0">
              <a:buNone/>
            </a:pPr>
            <a:r>
              <a:rPr lang="en-US" dirty="0"/>
              <a:t>            default: grant = 4'b0000;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endcase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35C01D-9C03-14A6-B4C5-B8428A2C463F}"/>
              </a:ext>
            </a:extLst>
          </p:cNvPr>
          <p:cNvCxnSpPr>
            <a:cxnSpLocks/>
          </p:cNvCxnSpPr>
          <p:nvPr/>
        </p:nvCxnSpPr>
        <p:spPr>
          <a:xfrm>
            <a:off x="4282440" y="728246"/>
            <a:ext cx="0" cy="5504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9E877D-33CE-9463-168E-3863830FEAF6}"/>
              </a:ext>
            </a:extLst>
          </p:cNvPr>
          <p:cNvCxnSpPr/>
          <p:nvPr/>
        </p:nvCxnSpPr>
        <p:spPr>
          <a:xfrm>
            <a:off x="8427720" y="866745"/>
            <a:ext cx="0" cy="5489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62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AF9A-6490-EBE1-68AA-4F4C2ED6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TESTBENCH: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31069-CCB9-3EB7-3903-6E929380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4</a:t>
            </a:fld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522313-8BD6-5DAD-F9F8-4CAD1CD1644E}"/>
              </a:ext>
            </a:extLst>
          </p:cNvPr>
          <p:cNvSpPr txBox="1">
            <a:spLocks/>
          </p:cNvSpPr>
          <p:nvPr/>
        </p:nvSpPr>
        <p:spPr>
          <a:xfrm>
            <a:off x="1883229" y="1542288"/>
            <a:ext cx="4741091" cy="736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IN" sz="6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FAB2E-479F-C157-13B6-F57F869A1AF2}"/>
              </a:ext>
            </a:extLst>
          </p:cNvPr>
          <p:cNvSpPr txBox="1"/>
          <p:nvPr/>
        </p:nvSpPr>
        <p:spPr>
          <a:xfrm>
            <a:off x="532668" y="1225689"/>
            <a:ext cx="60974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//==========================================</a:t>
            </a:r>
          </a:p>
          <a:p>
            <a:r>
              <a:rPr lang="en-IN" dirty="0"/>
              <a:t>// UVM Testbench for Round-Robin Arbiter</a:t>
            </a:r>
          </a:p>
          <a:p>
            <a:r>
              <a:rPr lang="en-IN" dirty="0"/>
              <a:t>//==========================================</a:t>
            </a:r>
          </a:p>
          <a:p>
            <a:r>
              <a:rPr lang="en-IN" dirty="0"/>
              <a:t>`include "</a:t>
            </a:r>
            <a:r>
              <a:rPr lang="en-IN" dirty="0" err="1"/>
              <a:t>uvm_macros.svh</a:t>
            </a:r>
            <a:r>
              <a:rPr lang="en-IN" dirty="0"/>
              <a:t>"</a:t>
            </a:r>
          </a:p>
          <a:p>
            <a:r>
              <a:rPr lang="en-IN" dirty="0"/>
              <a:t>import </a:t>
            </a:r>
            <a:r>
              <a:rPr lang="en-IN" dirty="0" err="1"/>
              <a:t>uvm_pkg</a:t>
            </a:r>
            <a:r>
              <a:rPr lang="en-IN" dirty="0"/>
              <a:t>::*;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Transaction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arb_trans</a:t>
            </a:r>
            <a:r>
              <a:rPr lang="en-IN" dirty="0"/>
              <a:t> extends </a:t>
            </a:r>
            <a:r>
              <a:rPr lang="en-IN" dirty="0" err="1"/>
              <a:t>uvm_sequence_item</a:t>
            </a:r>
            <a:r>
              <a:rPr lang="en-IN" dirty="0"/>
              <a:t>;</a:t>
            </a:r>
          </a:p>
          <a:p>
            <a:r>
              <a:rPr lang="en-IN" dirty="0"/>
              <a:t>  rand bit [3:0] </a:t>
            </a:r>
            <a:r>
              <a:rPr lang="en-IN" dirty="0" err="1"/>
              <a:t>req</a:t>
            </a:r>
            <a:r>
              <a:rPr lang="en-IN" dirty="0"/>
              <a:t>;</a:t>
            </a:r>
          </a:p>
          <a:p>
            <a:r>
              <a:rPr lang="en-IN" dirty="0"/>
              <a:t>  bit [3:0] </a:t>
            </a:r>
            <a:r>
              <a:rPr lang="en-IN" dirty="0" err="1"/>
              <a:t>gnt</a:t>
            </a:r>
            <a:r>
              <a:rPr lang="en-IN" dirty="0"/>
              <a:t>;</a:t>
            </a:r>
          </a:p>
          <a:p>
            <a:r>
              <a:rPr lang="en-IN" dirty="0"/>
              <a:t>  `</a:t>
            </a:r>
            <a:r>
              <a:rPr lang="en-IN" dirty="0" err="1"/>
              <a:t>uvm_object_utils</a:t>
            </a:r>
            <a:r>
              <a:rPr lang="en-IN" dirty="0"/>
              <a:t>(</a:t>
            </a:r>
            <a:r>
              <a:rPr lang="en-IN" dirty="0" err="1"/>
              <a:t>arb_trans</a:t>
            </a:r>
            <a:r>
              <a:rPr lang="en-IN" dirty="0"/>
              <a:t>)</a:t>
            </a:r>
            <a:endParaRPr lang="en-IN" sz="1600" dirty="0"/>
          </a:p>
          <a:p>
            <a:r>
              <a:rPr lang="en-IN" dirty="0"/>
              <a:t>  function new(string name = "</a:t>
            </a:r>
            <a:r>
              <a:rPr lang="en-IN" dirty="0" err="1"/>
              <a:t>arb_trans</a:t>
            </a:r>
            <a:r>
              <a:rPr lang="en-IN" dirty="0"/>
              <a:t>");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display(string tag = "");</a:t>
            </a:r>
          </a:p>
          <a:p>
            <a:r>
              <a:rPr lang="en-IN" dirty="0"/>
              <a:t>    $display("[%0t] %s </a:t>
            </a:r>
            <a:r>
              <a:rPr lang="en-IN" dirty="0" err="1"/>
              <a:t>req</a:t>
            </a:r>
            <a:r>
              <a:rPr lang="en-IN" dirty="0"/>
              <a:t>=%b </a:t>
            </a:r>
            <a:r>
              <a:rPr lang="en-IN" dirty="0" err="1"/>
              <a:t>gnt</a:t>
            </a:r>
            <a:r>
              <a:rPr lang="en-IN" dirty="0"/>
              <a:t>=%b", $time, tag, </a:t>
            </a:r>
            <a:r>
              <a:rPr lang="en-IN" dirty="0" err="1"/>
              <a:t>req</a:t>
            </a:r>
            <a:r>
              <a:rPr lang="en-IN" dirty="0"/>
              <a:t>, </a:t>
            </a:r>
            <a:r>
              <a:rPr lang="en-IN" dirty="0" err="1"/>
              <a:t>gnt</a:t>
            </a:r>
            <a:r>
              <a:rPr lang="en-IN" dirty="0"/>
              <a:t>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E171D4-F239-0106-FD16-F7A9BB247F74}"/>
              </a:ext>
            </a:extLst>
          </p:cNvPr>
          <p:cNvCxnSpPr/>
          <p:nvPr/>
        </p:nvCxnSpPr>
        <p:spPr>
          <a:xfrm>
            <a:off x="6532685" y="1397977"/>
            <a:ext cx="0" cy="49583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F4F4E1-42CD-838A-24B2-FBDAA5109398}"/>
              </a:ext>
            </a:extLst>
          </p:cNvPr>
          <p:cNvSpPr txBox="1"/>
          <p:nvPr/>
        </p:nvSpPr>
        <p:spPr>
          <a:xfrm>
            <a:off x="6624320" y="1183600"/>
            <a:ext cx="60974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Sequence (Directed + Random)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arb_seq</a:t>
            </a:r>
            <a:r>
              <a:rPr lang="en-IN" dirty="0"/>
              <a:t> extends </a:t>
            </a:r>
            <a:r>
              <a:rPr lang="en-IN" dirty="0" err="1"/>
              <a:t>uvm_sequence</a:t>
            </a:r>
            <a:r>
              <a:rPr lang="en-IN" dirty="0"/>
              <a:t> #(arb_trans);</a:t>
            </a:r>
          </a:p>
          <a:p>
            <a:r>
              <a:rPr lang="en-IN" dirty="0"/>
              <a:t>  `</a:t>
            </a:r>
            <a:r>
              <a:rPr lang="en-IN" dirty="0" err="1"/>
              <a:t>uvm_object_utils</a:t>
            </a:r>
            <a:r>
              <a:rPr lang="en-IN" dirty="0"/>
              <a:t>(</a:t>
            </a:r>
            <a:r>
              <a:rPr lang="en-IN" dirty="0" err="1"/>
              <a:t>arb_seq</a:t>
            </a:r>
            <a:r>
              <a:rPr lang="en-IN" dirty="0"/>
              <a:t>)</a:t>
            </a:r>
          </a:p>
          <a:p>
            <a:r>
              <a:rPr lang="en-IN" dirty="0"/>
              <a:t>  function new(string name = "</a:t>
            </a:r>
            <a:r>
              <a:rPr lang="en-IN" dirty="0" err="1"/>
              <a:t>arb_seq</a:t>
            </a:r>
            <a:r>
              <a:rPr lang="en-IN" dirty="0"/>
              <a:t>");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virtual task body();</a:t>
            </a:r>
          </a:p>
          <a:p>
            <a:r>
              <a:rPr lang="en-IN" dirty="0"/>
              <a:t>    </a:t>
            </a:r>
            <a:r>
              <a:rPr lang="en-IN" dirty="0" err="1"/>
              <a:t>arb_trans</a:t>
            </a:r>
            <a:r>
              <a:rPr lang="en-IN" dirty="0"/>
              <a:t> tr;</a:t>
            </a:r>
          </a:p>
          <a:p>
            <a:r>
              <a:rPr lang="en-IN" dirty="0"/>
              <a:t>    // Phase 1: All 16 request patterns</a:t>
            </a:r>
          </a:p>
          <a:p>
            <a:r>
              <a:rPr lang="en-IN" dirty="0"/>
              <a:t>    `</a:t>
            </a:r>
            <a:r>
              <a:rPr lang="en-IN" dirty="0" err="1"/>
              <a:t>uvm_info</a:t>
            </a:r>
            <a:r>
              <a:rPr lang="en-IN" dirty="0"/>
              <a:t>("SEQ", "Phase 1: All request patterns", UVM_MEDIUM)</a:t>
            </a:r>
          </a:p>
          <a:p>
            <a:r>
              <a:rPr lang="en-IN" dirty="0"/>
              <a:t>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16; </a:t>
            </a:r>
            <a:r>
              <a:rPr lang="en-IN" dirty="0" err="1"/>
              <a:t>i</a:t>
            </a:r>
            <a:r>
              <a:rPr lang="en-IN" dirty="0"/>
              <a:t>++) begin</a:t>
            </a:r>
          </a:p>
          <a:p>
            <a:r>
              <a:rPr lang="en-IN" dirty="0"/>
              <a:t>      tr = </a:t>
            </a:r>
            <a:r>
              <a:rPr lang="en-IN" dirty="0" err="1"/>
              <a:t>arb_trans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::create("tr");</a:t>
            </a:r>
          </a:p>
          <a:p>
            <a:r>
              <a:rPr lang="en-IN" dirty="0"/>
              <a:t>      </a:t>
            </a:r>
            <a:r>
              <a:rPr lang="en-IN" dirty="0" err="1"/>
              <a:t>tr.req</a:t>
            </a:r>
            <a:r>
              <a:rPr lang="en-IN" dirty="0"/>
              <a:t> = </a:t>
            </a:r>
            <a:r>
              <a:rPr lang="en-IN" dirty="0" err="1"/>
              <a:t>i</a:t>
            </a:r>
            <a:r>
              <a:rPr lang="en-IN" dirty="0"/>
              <a:t>[3:0];</a:t>
            </a:r>
          </a:p>
          <a:p>
            <a:r>
              <a:rPr lang="en-IN" dirty="0"/>
              <a:t>      </a:t>
            </a:r>
            <a:r>
              <a:rPr lang="en-IN" dirty="0" err="1"/>
              <a:t>start_item</a:t>
            </a:r>
            <a:r>
              <a:rPr lang="en-IN" dirty="0"/>
              <a:t>(tr);</a:t>
            </a:r>
          </a:p>
          <a:p>
            <a:r>
              <a:rPr lang="en-IN" dirty="0"/>
              <a:t>      </a:t>
            </a:r>
            <a:r>
              <a:rPr lang="en-IN" dirty="0" err="1"/>
              <a:t>finish_item</a:t>
            </a:r>
            <a:r>
              <a:rPr lang="en-IN" dirty="0"/>
              <a:t>(tr);</a:t>
            </a:r>
          </a:p>
          <a:p>
            <a:r>
              <a:rPr lang="en-IN" dirty="0"/>
              <a:t>    end</a:t>
            </a:r>
          </a:p>
        </p:txBody>
      </p:sp>
    </p:spTree>
    <p:extLst>
      <p:ext uri="{BB962C8B-B14F-4D97-AF65-F5344CB8AC3E}">
        <p14:creationId xmlns:p14="http://schemas.microsoft.com/office/powerpoint/2010/main" val="276400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5B7E1-82D9-C4A2-58FE-A7470A95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76C60-E1BD-C70D-59A4-D38FDA0B870A}"/>
              </a:ext>
            </a:extLst>
          </p:cNvPr>
          <p:cNvSpPr txBox="1"/>
          <p:nvPr/>
        </p:nvSpPr>
        <p:spPr>
          <a:xfrm>
            <a:off x="217610" y="865644"/>
            <a:ext cx="60974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Phase 2: One-hot patterns</a:t>
            </a:r>
          </a:p>
          <a:p>
            <a:r>
              <a:rPr lang="en-IN" dirty="0"/>
              <a:t>    `</a:t>
            </a:r>
            <a:r>
              <a:rPr lang="en-IN" dirty="0" err="1"/>
              <a:t>uvm_info</a:t>
            </a:r>
            <a:r>
              <a:rPr lang="en-IN" dirty="0"/>
              <a:t>("SEQ", "Phase 2: One-hot patterns", UVM_MEDIUM)</a:t>
            </a:r>
          </a:p>
          <a:p>
            <a:r>
              <a:rPr lang="en-IN" dirty="0"/>
              <a:t>   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4; </a:t>
            </a:r>
            <a:r>
              <a:rPr lang="en-IN" dirty="0" err="1"/>
              <a:t>i</a:t>
            </a:r>
            <a:r>
              <a:rPr lang="en-IN" dirty="0"/>
              <a:t>++) begin</a:t>
            </a:r>
          </a:p>
          <a:p>
            <a:r>
              <a:rPr lang="en-IN" dirty="0"/>
              <a:t>      tr = </a:t>
            </a:r>
            <a:r>
              <a:rPr lang="en-IN" dirty="0" err="1"/>
              <a:t>arb_trans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::create("tr");</a:t>
            </a:r>
          </a:p>
          <a:p>
            <a:r>
              <a:rPr lang="en-IN" dirty="0"/>
              <a:t>      </a:t>
            </a:r>
            <a:r>
              <a:rPr lang="en-IN" dirty="0" err="1"/>
              <a:t>tr.req</a:t>
            </a:r>
            <a:r>
              <a:rPr lang="en-IN" dirty="0"/>
              <a:t> = (1 &lt;&lt; 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r>
              <a:rPr lang="en-IN" dirty="0"/>
              <a:t>      </a:t>
            </a:r>
            <a:r>
              <a:rPr lang="en-IN" dirty="0" err="1"/>
              <a:t>start_item</a:t>
            </a:r>
            <a:r>
              <a:rPr lang="en-IN" dirty="0"/>
              <a:t>(tr);</a:t>
            </a:r>
          </a:p>
          <a:p>
            <a:r>
              <a:rPr lang="en-IN" dirty="0"/>
              <a:t>      </a:t>
            </a:r>
            <a:r>
              <a:rPr lang="en-IN" dirty="0" err="1"/>
              <a:t>finish_item</a:t>
            </a:r>
            <a:r>
              <a:rPr lang="en-IN" dirty="0"/>
              <a:t>(tr);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// Phase 3: All high (fairness test)</a:t>
            </a:r>
          </a:p>
          <a:p>
            <a:r>
              <a:rPr lang="en-IN" dirty="0"/>
              <a:t>    `</a:t>
            </a:r>
            <a:r>
              <a:rPr lang="en-IN" dirty="0" err="1"/>
              <a:t>uvm_info</a:t>
            </a:r>
            <a:r>
              <a:rPr lang="en-IN" dirty="0"/>
              <a:t>("SEQ", "Phase 3: Fairness test (all requests)", UVM_MEDIUM)</a:t>
            </a:r>
          </a:p>
          <a:p>
            <a:r>
              <a:rPr lang="en-IN" dirty="0"/>
              <a:t>    repeat (12) begin</a:t>
            </a:r>
          </a:p>
          <a:p>
            <a:r>
              <a:rPr lang="en-IN" dirty="0"/>
              <a:t>      tr = </a:t>
            </a:r>
            <a:r>
              <a:rPr lang="en-IN" dirty="0" err="1"/>
              <a:t>arb_trans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::create("tr");</a:t>
            </a:r>
          </a:p>
          <a:p>
            <a:r>
              <a:rPr lang="en-IN" dirty="0"/>
              <a:t>      </a:t>
            </a:r>
            <a:r>
              <a:rPr lang="en-IN" dirty="0" err="1"/>
              <a:t>tr.req</a:t>
            </a:r>
            <a:r>
              <a:rPr lang="en-IN" dirty="0"/>
              <a:t> = 4'b1111;</a:t>
            </a:r>
          </a:p>
          <a:p>
            <a:r>
              <a:rPr lang="en-IN" dirty="0"/>
              <a:t>      </a:t>
            </a:r>
            <a:r>
              <a:rPr lang="en-IN" dirty="0" err="1"/>
              <a:t>start_item</a:t>
            </a:r>
            <a:r>
              <a:rPr lang="en-IN" dirty="0"/>
              <a:t>(tr);</a:t>
            </a:r>
          </a:p>
          <a:p>
            <a:r>
              <a:rPr lang="en-IN" dirty="0"/>
              <a:t>      </a:t>
            </a:r>
            <a:r>
              <a:rPr lang="en-IN" dirty="0" err="1"/>
              <a:t>finish_item</a:t>
            </a:r>
            <a:r>
              <a:rPr lang="en-IN" dirty="0"/>
              <a:t>(tr);</a:t>
            </a:r>
          </a:p>
          <a:p>
            <a:r>
              <a:rPr lang="en-IN" dirty="0"/>
              <a:t>   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0E194-14A6-0C4D-024A-3BB6F08A556A}"/>
              </a:ext>
            </a:extLst>
          </p:cNvPr>
          <p:cNvSpPr txBox="1"/>
          <p:nvPr/>
        </p:nvSpPr>
        <p:spPr>
          <a:xfrm>
            <a:off x="6933468" y="2149486"/>
            <a:ext cx="60974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// Phase 4: Random</a:t>
            </a:r>
          </a:p>
          <a:p>
            <a:r>
              <a:rPr lang="en-IN" dirty="0"/>
              <a:t>    `</a:t>
            </a:r>
            <a:r>
              <a:rPr lang="en-IN" dirty="0" err="1"/>
              <a:t>uvm_info</a:t>
            </a:r>
            <a:r>
              <a:rPr lang="en-IN" dirty="0"/>
              <a:t>("SEQ", "Phase 4: Random patterns", UVM_MEDIUM)</a:t>
            </a:r>
          </a:p>
          <a:p>
            <a:r>
              <a:rPr lang="en-IN" dirty="0"/>
              <a:t>    repeat (68) begin</a:t>
            </a:r>
          </a:p>
          <a:p>
            <a:r>
              <a:rPr lang="en-IN" dirty="0"/>
              <a:t>      tr = </a:t>
            </a:r>
            <a:r>
              <a:rPr lang="en-IN" dirty="0" err="1"/>
              <a:t>arb_trans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::create("tr");</a:t>
            </a:r>
          </a:p>
          <a:p>
            <a:r>
              <a:rPr lang="en-IN" dirty="0"/>
              <a:t>      assert(</a:t>
            </a:r>
            <a:r>
              <a:rPr lang="en-IN" dirty="0" err="1"/>
              <a:t>tr.randomize</a:t>
            </a:r>
            <a:r>
              <a:rPr lang="en-IN" dirty="0"/>
              <a:t>());</a:t>
            </a:r>
          </a:p>
          <a:p>
            <a:r>
              <a:rPr lang="en-IN" dirty="0"/>
              <a:t>      </a:t>
            </a:r>
            <a:r>
              <a:rPr lang="en-IN" dirty="0" err="1"/>
              <a:t>start_item</a:t>
            </a:r>
            <a:r>
              <a:rPr lang="en-IN" dirty="0"/>
              <a:t>(tr);</a:t>
            </a:r>
          </a:p>
          <a:p>
            <a:r>
              <a:rPr lang="en-IN" dirty="0"/>
              <a:t>      </a:t>
            </a:r>
            <a:r>
              <a:rPr lang="en-IN" dirty="0" err="1"/>
              <a:t>finish_item</a:t>
            </a:r>
            <a:r>
              <a:rPr lang="en-IN" dirty="0"/>
              <a:t>(tr);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</a:t>
            </a:r>
            <a:r>
              <a:rPr lang="en-IN" dirty="0" err="1"/>
              <a:t>endtask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2C4E20-2056-7512-444F-805F63EB673B}"/>
              </a:ext>
            </a:extLst>
          </p:cNvPr>
          <p:cNvCxnSpPr/>
          <p:nvPr/>
        </p:nvCxnSpPr>
        <p:spPr>
          <a:xfrm>
            <a:off x="6251331" y="1002323"/>
            <a:ext cx="0" cy="5218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348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E0A33-53D3-5EF5-C375-8020FB9E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66531-672F-23D1-F381-F03F51E5D7B7}"/>
              </a:ext>
            </a:extLst>
          </p:cNvPr>
          <p:cNvSpPr txBox="1"/>
          <p:nvPr/>
        </p:nvSpPr>
        <p:spPr>
          <a:xfrm>
            <a:off x="133790" y="635540"/>
            <a:ext cx="60974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Driver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arb_driver</a:t>
            </a:r>
            <a:r>
              <a:rPr lang="en-IN" dirty="0"/>
              <a:t> extends </a:t>
            </a:r>
            <a:r>
              <a:rPr lang="en-IN" dirty="0" err="1"/>
              <a:t>uvm_driver</a:t>
            </a:r>
            <a:r>
              <a:rPr lang="en-IN" dirty="0"/>
              <a:t> #(arb_trans);</a:t>
            </a:r>
          </a:p>
          <a:p>
            <a:r>
              <a:rPr lang="en-IN" dirty="0"/>
              <a:t>  `</a:t>
            </a:r>
            <a:r>
              <a:rPr lang="en-IN" dirty="0" err="1"/>
              <a:t>uvm_component_utils</a:t>
            </a:r>
            <a:r>
              <a:rPr lang="en-IN" dirty="0"/>
              <a:t>(</a:t>
            </a:r>
            <a:r>
              <a:rPr lang="en-IN" dirty="0" err="1"/>
              <a:t>arb_driver</a:t>
            </a:r>
            <a:r>
              <a:rPr lang="en-IN" dirty="0"/>
              <a:t>)</a:t>
            </a:r>
          </a:p>
          <a:p>
            <a:r>
              <a:rPr lang="en-IN" dirty="0"/>
              <a:t>  virtual </a:t>
            </a:r>
            <a:r>
              <a:rPr lang="en-IN" dirty="0" err="1"/>
              <a:t>arb_if</a:t>
            </a:r>
            <a:r>
              <a:rPr lang="en-IN" dirty="0"/>
              <a:t> </a:t>
            </a:r>
            <a:r>
              <a:rPr lang="en-IN" dirty="0" err="1"/>
              <a:t>vif</a:t>
            </a:r>
            <a:r>
              <a:rPr lang="en-IN" dirty="0"/>
              <a:t>;</a:t>
            </a:r>
          </a:p>
          <a:p>
            <a:r>
              <a:rPr lang="en-IN" dirty="0"/>
              <a:t>  function new(string name = "</a:t>
            </a:r>
            <a:r>
              <a:rPr lang="en-IN" dirty="0" err="1"/>
              <a:t>arb_driver</a:t>
            </a:r>
            <a:r>
              <a:rPr lang="en-IN" dirty="0"/>
              <a:t>", </a:t>
            </a:r>
            <a:r>
              <a:rPr lang="en-IN" dirty="0" err="1"/>
              <a:t>uvm_component</a:t>
            </a:r>
            <a:r>
              <a:rPr lang="en-IN" dirty="0"/>
              <a:t> parent = null);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(name, parent);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build_phase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if (!</a:t>
            </a:r>
            <a:r>
              <a:rPr lang="en-IN" dirty="0" err="1"/>
              <a:t>uvm_config_db</a:t>
            </a:r>
            <a:r>
              <a:rPr lang="en-IN" dirty="0"/>
              <a:t>#(virtual </a:t>
            </a:r>
            <a:r>
              <a:rPr lang="en-IN" dirty="0" err="1"/>
              <a:t>arb_if</a:t>
            </a:r>
            <a:r>
              <a:rPr lang="en-IN" dirty="0"/>
              <a:t>)::get(this, "", "</a:t>
            </a:r>
            <a:r>
              <a:rPr lang="en-IN" dirty="0" err="1"/>
              <a:t>vif</a:t>
            </a:r>
            <a:r>
              <a:rPr lang="en-IN" dirty="0"/>
              <a:t>", </a:t>
            </a:r>
            <a:r>
              <a:rPr lang="en-IN" dirty="0" err="1"/>
              <a:t>vif</a:t>
            </a:r>
            <a:r>
              <a:rPr lang="en-IN" dirty="0"/>
              <a:t>))</a:t>
            </a:r>
          </a:p>
          <a:p>
            <a:r>
              <a:rPr lang="en-IN" dirty="0"/>
              <a:t>      `</a:t>
            </a:r>
            <a:r>
              <a:rPr lang="en-IN" dirty="0" err="1"/>
              <a:t>uvm_fatal</a:t>
            </a:r>
            <a:r>
              <a:rPr lang="en-IN" dirty="0"/>
              <a:t>("DRV", "No virtual interface set")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virtual task </a:t>
            </a:r>
            <a:r>
              <a:rPr lang="en-IN" dirty="0" err="1"/>
              <a:t>run_phase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</a:t>
            </a:r>
            <a:r>
              <a:rPr lang="en-IN" dirty="0" err="1"/>
              <a:t>arb_trans</a:t>
            </a:r>
            <a:r>
              <a:rPr lang="en-IN" dirty="0"/>
              <a:t> tr;</a:t>
            </a:r>
          </a:p>
          <a:p>
            <a:r>
              <a:rPr lang="en-IN" dirty="0"/>
              <a:t>    forever begin</a:t>
            </a:r>
          </a:p>
          <a:p>
            <a:r>
              <a:rPr lang="en-IN" dirty="0"/>
              <a:t>      </a:t>
            </a:r>
            <a:r>
              <a:rPr lang="en-IN" dirty="0" err="1"/>
              <a:t>seq_item_port.get_next_item</a:t>
            </a:r>
            <a:r>
              <a:rPr lang="en-IN" dirty="0"/>
              <a:t>(tr);</a:t>
            </a:r>
          </a:p>
          <a:p>
            <a:r>
              <a:rPr lang="en-IN" dirty="0"/>
              <a:t>      // Apply request</a:t>
            </a:r>
          </a:p>
          <a:p>
            <a:r>
              <a:rPr lang="en-IN" dirty="0"/>
              <a:t>      </a:t>
            </a:r>
            <a:r>
              <a:rPr lang="en-IN" dirty="0" err="1"/>
              <a:t>vif.req</a:t>
            </a:r>
            <a:r>
              <a:rPr lang="en-IN" dirty="0"/>
              <a:t> = </a:t>
            </a:r>
            <a:r>
              <a:rPr lang="en-IN" dirty="0" err="1"/>
              <a:t>tr.req</a:t>
            </a:r>
            <a:r>
              <a:rPr lang="en-IN" dirty="0"/>
              <a:t>;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FF1AE-A7D5-07E4-72DD-5C0BB1FCAE07}"/>
              </a:ext>
            </a:extLst>
          </p:cNvPr>
          <p:cNvSpPr txBox="1"/>
          <p:nvPr/>
        </p:nvSpPr>
        <p:spPr>
          <a:xfrm>
            <a:off x="7152640" y="368252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// Wait for clock edge, then capture grant</a:t>
            </a:r>
          </a:p>
          <a:p>
            <a:r>
              <a:rPr lang="en-IN" dirty="0"/>
              <a:t>@(posedge </a:t>
            </a:r>
            <a:r>
              <a:rPr lang="en-IN" dirty="0" err="1"/>
              <a:t>vif.clk</a:t>
            </a:r>
            <a:r>
              <a:rPr lang="en-IN" dirty="0"/>
              <a:t>);</a:t>
            </a:r>
          </a:p>
          <a:p>
            <a:r>
              <a:rPr lang="en-IN" dirty="0"/>
              <a:t>      </a:t>
            </a:r>
            <a:r>
              <a:rPr lang="en-IN" dirty="0" err="1"/>
              <a:t>tr.gnt</a:t>
            </a:r>
            <a:r>
              <a:rPr lang="en-IN" dirty="0"/>
              <a:t> = </a:t>
            </a:r>
            <a:r>
              <a:rPr lang="en-IN" dirty="0" err="1"/>
              <a:t>vif.gnt</a:t>
            </a:r>
            <a:r>
              <a:rPr lang="en-IN" dirty="0"/>
              <a:t>;</a:t>
            </a:r>
          </a:p>
          <a:p>
            <a:r>
              <a:rPr lang="en-IN" dirty="0"/>
              <a:t>      </a:t>
            </a:r>
          </a:p>
          <a:p>
            <a:r>
              <a:rPr lang="en-IN" dirty="0"/>
              <a:t>      </a:t>
            </a:r>
            <a:r>
              <a:rPr lang="en-IN" dirty="0" err="1"/>
              <a:t>tr.display</a:t>
            </a:r>
            <a:r>
              <a:rPr lang="en-IN" dirty="0"/>
              <a:t>("DRIVER");</a:t>
            </a:r>
          </a:p>
          <a:p>
            <a:r>
              <a:rPr lang="en-IN" dirty="0"/>
              <a:t>      </a:t>
            </a:r>
            <a:r>
              <a:rPr lang="en-IN" dirty="0" err="1"/>
              <a:t>seq_item_port.item_done</a:t>
            </a:r>
            <a:r>
              <a:rPr lang="en-IN" dirty="0"/>
              <a:t>();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</a:t>
            </a:r>
            <a:r>
              <a:rPr lang="en-IN" dirty="0" err="1"/>
              <a:t>endtask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79C7CD-C377-EA49-A7AE-74D60EE64893}"/>
              </a:ext>
            </a:extLst>
          </p:cNvPr>
          <p:cNvCxnSpPr/>
          <p:nvPr/>
        </p:nvCxnSpPr>
        <p:spPr>
          <a:xfrm>
            <a:off x="6360160" y="843280"/>
            <a:ext cx="0" cy="5424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63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AB891-7357-CD7A-18C5-803B3CB8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0815C-5340-619F-8FF0-86AAD248B689}"/>
              </a:ext>
            </a:extLst>
          </p:cNvPr>
          <p:cNvSpPr txBox="1"/>
          <p:nvPr/>
        </p:nvSpPr>
        <p:spPr>
          <a:xfrm>
            <a:off x="147320" y="724039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Monitor + Coverage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arb_monitor</a:t>
            </a:r>
            <a:r>
              <a:rPr lang="en-IN" dirty="0"/>
              <a:t> extends </a:t>
            </a:r>
            <a:r>
              <a:rPr lang="en-IN" dirty="0" err="1"/>
              <a:t>uvm_component</a:t>
            </a:r>
            <a:r>
              <a:rPr lang="en-IN" dirty="0"/>
              <a:t>;</a:t>
            </a:r>
          </a:p>
          <a:p>
            <a:r>
              <a:rPr lang="en-IN" dirty="0"/>
              <a:t>  `</a:t>
            </a:r>
            <a:r>
              <a:rPr lang="en-IN" dirty="0" err="1"/>
              <a:t>uvm_component_utils</a:t>
            </a:r>
            <a:r>
              <a:rPr lang="en-IN" dirty="0"/>
              <a:t>(</a:t>
            </a:r>
            <a:r>
              <a:rPr lang="en-IN" dirty="0" err="1"/>
              <a:t>arb_monitor</a:t>
            </a:r>
            <a:r>
              <a:rPr lang="en-IN" dirty="0"/>
              <a:t>)</a:t>
            </a:r>
          </a:p>
          <a:p>
            <a:r>
              <a:rPr lang="en-IN" dirty="0"/>
              <a:t>  virtual </a:t>
            </a:r>
            <a:r>
              <a:rPr lang="en-IN" dirty="0" err="1"/>
              <a:t>arb_if</a:t>
            </a:r>
            <a:r>
              <a:rPr lang="en-IN" dirty="0"/>
              <a:t> </a:t>
            </a:r>
            <a:r>
              <a:rPr lang="en-IN" dirty="0" err="1"/>
              <a:t>vif</a:t>
            </a:r>
            <a:r>
              <a:rPr lang="en-IN" dirty="0"/>
              <a:t>;</a:t>
            </a:r>
          </a:p>
          <a:p>
            <a:r>
              <a:rPr lang="en-IN" dirty="0"/>
              <a:t>  // Functional coverage</a:t>
            </a:r>
          </a:p>
          <a:p>
            <a:r>
              <a:rPr lang="en-IN" dirty="0"/>
              <a:t>  </a:t>
            </a:r>
            <a:r>
              <a:rPr lang="en-IN" dirty="0" err="1"/>
              <a:t>covergroup</a:t>
            </a:r>
            <a:r>
              <a:rPr lang="en-IN" dirty="0"/>
              <a:t> </a:t>
            </a:r>
            <a:r>
              <a:rPr lang="en-IN" dirty="0" err="1"/>
              <a:t>arb_cg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cp_req</a:t>
            </a:r>
            <a:r>
              <a:rPr lang="en-IN" dirty="0"/>
              <a:t>: </a:t>
            </a:r>
            <a:r>
              <a:rPr lang="en-IN" dirty="0" err="1"/>
              <a:t>coverpoint</a:t>
            </a:r>
            <a:r>
              <a:rPr lang="en-IN" dirty="0"/>
              <a:t> </a:t>
            </a:r>
            <a:r>
              <a:rPr lang="en-IN" dirty="0" err="1"/>
              <a:t>vif.req</a:t>
            </a:r>
            <a:r>
              <a:rPr lang="en-IN" dirty="0"/>
              <a:t> {</a:t>
            </a:r>
          </a:p>
          <a:p>
            <a:r>
              <a:rPr lang="en-IN" dirty="0"/>
              <a:t>      bins </a:t>
            </a:r>
            <a:r>
              <a:rPr lang="en-IN" dirty="0" err="1"/>
              <a:t>all_patterns</a:t>
            </a:r>
            <a:r>
              <a:rPr lang="en-IN" dirty="0"/>
              <a:t>[] = {[0:15]};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  <a:r>
              <a:rPr lang="en-IN" dirty="0" err="1"/>
              <a:t>cp_gnt</a:t>
            </a:r>
            <a:r>
              <a:rPr lang="en-IN" dirty="0"/>
              <a:t>: </a:t>
            </a:r>
            <a:r>
              <a:rPr lang="en-IN" dirty="0" err="1"/>
              <a:t>coverpoint</a:t>
            </a:r>
            <a:r>
              <a:rPr lang="en-IN" dirty="0"/>
              <a:t> </a:t>
            </a:r>
            <a:r>
              <a:rPr lang="en-IN" dirty="0" err="1"/>
              <a:t>vif.gnt</a:t>
            </a:r>
            <a:r>
              <a:rPr lang="en-IN" dirty="0"/>
              <a:t> {</a:t>
            </a:r>
          </a:p>
          <a:p>
            <a:r>
              <a:rPr lang="en-IN" dirty="0"/>
              <a:t>      bins none = {4'b0000};</a:t>
            </a:r>
          </a:p>
          <a:p>
            <a:r>
              <a:rPr lang="en-IN" dirty="0"/>
              <a:t>      bins gnt0 = {4'b0001};</a:t>
            </a:r>
          </a:p>
          <a:p>
            <a:r>
              <a:rPr lang="en-IN" dirty="0"/>
              <a:t>      bins gnt1 = {4'b0010};</a:t>
            </a:r>
          </a:p>
          <a:p>
            <a:r>
              <a:rPr lang="en-IN" dirty="0"/>
              <a:t>      bins gnt2 = {4'b0100};</a:t>
            </a:r>
          </a:p>
          <a:p>
            <a:r>
              <a:rPr lang="en-IN" dirty="0"/>
              <a:t>      bins gnt3 = {4'b1000};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</a:t>
            </a:r>
            <a:r>
              <a:rPr lang="en-IN" dirty="0" err="1"/>
              <a:t>endgroup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8552A-3E35-61A9-9D8C-6F8DCA54BA74}"/>
              </a:ext>
            </a:extLst>
          </p:cNvPr>
          <p:cNvSpPr txBox="1"/>
          <p:nvPr/>
        </p:nvSpPr>
        <p:spPr>
          <a:xfrm>
            <a:off x="6243320" y="629602"/>
            <a:ext cx="59486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super.new</a:t>
            </a:r>
            <a:r>
              <a:rPr lang="en-IN" dirty="0"/>
              <a:t>(name, parent);</a:t>
            </a:r>
          </a:p>
          <a:p>
            <a:r>
              <a:rPr lang="en-IN" dirty="0"/>
              <a:t>    </a:t>
            </a:r>
            <a:r>
              <a:rPr lang="en-IN" dirty="0" err="1"/>
              <a:t>arb_cg</a:t>
            </a:r>
            <a:r>
              <a:rPr lang="en-IN" dirty="0"/>
              <a:t> = new();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build_phase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if (!</a:t>
            </a:r>
            <a:r>
              <a:rPr lang="en-IN" dirty="0" err="1"/>
              <a:t>uvm_config_db</a:t>
            </a:r>
            <a:r>
              <a:rPr lang="en-IN" dirty="0"/>
              <a:t>#(virtual </a:t>
            </a:r>
            <a:r>
              <a:rPr lang="en-IN" dirty="0" err="1"/>
              <a:t>arb_if</a:t>
            </a:r>
            <a:r>
              <a:rPr lang="en-IN" dirty="0"/>
              <a:t>)::get(this, "", "</a:t>
            </a:r>
            <a:r>
              <a:rPr lang="en-IN" dirty="0" err="1"/>
              <a:t>vif</a:t>
            </a:r>
            <a:r>
              <a:rPr lang="en-IN" dirty="0"/>
              <a:t>", </a:t>
            </a:r>
            <a:r>
              <a:rPr lang="en-IN" dirty="0" err="1"/>
              <a:t>vif</a:t>
            </a:r>
            <a:r>
              <a:rPr lang="en-IN" dirty="0"/>
              <a:t>))</a:t>
            </a:r>
          </a:p>
          <a:p>
            <a:r>
              <a:rPr lang="en-IN" dirty="0"/>
              <a:t> `</a:t>
            </a:r>
            <a:r>
              <a:rPr lang="en-IN" dirty="0" err="1"/>
              <a:t>uvm_fatal</a:t>
            </a:r>
            <a:r>
              <a:rPr lang="en-IN" dirty="0"/>
              <a:t>("MON", "No virtual interface set")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task </a:t>
            </a:r>
            <a:r>
              <a:rPr lang="en-IN" dirty="0" err="1"/>
              <a:t>run_phase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forever begin</a:t>
            </a:r>
          </a:p>
          <a:p>
            <a:r>
              <a:rPr lang="en-IN" dirty="0"/>
              <a:t>      @(posedge </a:t>
            </a:r>
            <a:r>
              <a:rPr lang="en-IN" dirty="0" err="1"/>
              <a:t>vif.clk</a:t>
            </a:r>
            <a:r>
              <a:rPr lang="en-IN" dirty="0"/>
              <a:t>);</a:t>
            </a:r>
          </a:p>
          <a:p>
            <a:r>
              <a:rPr lang="en-IN" dirty="0"/>
              <a:t>      if (!</a:t>
            </a:r>
            <a:r>
              <a:rPr lang="en-IN" dirty="0" err="1"/>
              <a:t>vif.rst</a:t>
            </a:r>
            <a:r>
              <a:rPr lang="en-IN" dirty="0"/>
              <a:t>)</a:t>
            </a:r>
          </a:p>
          <a:p>
            <a:r>
              <a:rPr lang="en-IN" dirty="0"/>
              <a:t>        </a:t>
            </a:r>
            <a:r>
              <a:rPr lang="en-IN" dirty="0" err="1"/>
              <a:t>arb_cg.sample</a:t>
            </a:r>
            <a:r>
              <a:rPr lang="en-IN" dirty="0"/>
              <a:t>();</a:t>
            </a:r>
          </a:p>
          <a:p>
            <a:r>
              <a:rPr lang="en-IN" dirty="0"/>
              <a:t>    end</a:t>
            </a:r>
          </a:p>
          <a:p>
            <a:r>
              <a:rPr lang="en-IN" dirty="0"/>
              <a:t>  </a:t>
            </a:r>
            <a:r>
              <a:rPr lang="en-IN" dirty="0" err="1"/>
              <a:t>endtask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report_phase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real </a:t>
            </a:r>
            <a:r>
              <a:rPr lang="en-IN" dirty="0" err="1"/>
              <a:t>cov</a:t>
            </a:r>
            <a:r>
              <a:rPr lang="en-IN" dirty="0"/>
              <a:t> = </a:t>
            </a:r>
            <a:r>
              <a:rPr lang="en-IN" dirty="0" err="1"/>
              <a:t>arb_cg.get_coverage</a:t>
            </a:r>
            <a:r>
              <a:rPr lang="en-IN" dirty="0"/>
              <a:t>();    $display("\n===================================");</a:t>
            </a:r>
          </a:p>
          <a:p>
            <a:r>
              <a:rPr lang="en-IN" dirty="0"/>
              <a:t>    $display(" Functional Coverage = %0.2f%%", </a:t>
            </a:r>
            <a:r>
              <a:rPr lang="en-IN" dirty="0" err="1"/>
              <a:t>cov</a:t>
            </a:r>
            <a:r>
              <a:rPr lang="en-IN" dirty="0"/>
              <a:t>);   $display("===================================\n");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16AF9-1EA9-1A9A-0229-2BF221B94683}"/>
              </a:ext>
            </a:extLst>
          </p:cNvPr>
          <p:cNvSpPr txBox="1"/>
          <p:nvPr/>
        </p:nvSpPr>
        <p:spPr>
          <a:xfrm>
            <a:off x="147320" y="60331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function new(string name = "</a:t>
            </a:r>
            <a:r>
              <a:rPr lang="en-IN" dirty="0" err="1"/>
              <a:t>arb_monitor</a:t>
            </a:r>
            <a:r>
              <a:rPr lang="en-IN" dirty="0"/>
              <a:t>", </a:t>
            </a:r>
            <a:r>
              <a:rPr lang="en-IN" dirty="0" err="1"/>
              <a:t>uvm_component</a:t>
            </a:r>
            <a:r>
              <a:rPr lang="en-IN" dirty="0"/>
              <a:t> parent = null);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9562FF-3595-505D-7C1C-5C828C6CB1D4}"/>
              </a:ext>
            </a:extLst>
          </p:cNvPr>
          <p:cNvCxnSpPr>
            <a:stCxn id="10" idx="3"/>
          </p:cNvCxnSpPr>
          <p:nvPr/>
        </p:nvCxnSpPr>
        <p:spPr>
          <a:xfrm flipV="1">
            <a:off x="6243320" y="724039"/>
            <a:ext cx="0" cy="5632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67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4148D-FCB1-D47E-1DAB-47467A8F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5CCEF-E139-E170-9E11-4D665EDB58E2}"/>
              </a:ext>
            </a:extLst>
          </p:cNvPr>
          <p:cNvSpPr txBox="1"/>
          <p:nvPr/>
        </p:nvSpPr>
        <p:spPr>
          <a:xfrm>
            <a:off x="81280" y="666323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Scoreboard (Checker)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arb_scoreboard</a:t>
            </a:r>
            <a:r>
              <a:rPr lang="en-IN" dirty="0"/>
              <a:t> extends </a:t>
            </a:r>
            <a:r>
              <a:rPr lang="en-IN" dirty="0" err="1"/>
              <a:t>uvm_component</a:t>
            </a:r>
            <a:r>
              <a:rPr lang="en-IN" dirty="0"/>
              <a:t>;</a:t>
            </a:r>
          </a:p>
          <a:p>
            <a:r>
              <a:rPr lang="en-IN" dirty="0"/>
              <a:t>  `</a:t>
            </a:r>
            <a:r>
              <a:rPr lang="en-IN" dirty="0" err="1"/>
              <a:t>uvm_component_utils</a:t>
            </a:r>
            <a:r>
              <a:rPr lang="en-IN" dirty="0"/>
              <a:t>(</a:t>
            </a:r>
            <a:r>
              <a:rPr lang="en-IN" dirty="0" err="1"/>
              <a:t>arb_scoreboard</a:t>
            </a:r>
            <a:r>
              <a:rPr lang="en-IN" dirty="0"/>
              <a:t>)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function new(string name = "</a:t>
            </a:r>
            <a:r>
              <a:rPr lang="en-IN" dirty="0" err="1"/>
              <a:t>arb_scoreboard</a:t>
            </a:r>
            <a:r>
              <a:rPr lang="en-IN" dirty="0"/>
              <a:t>", </a:t>
            </a:r>
            <a:r>
              <a:rPr lang="en-IN" dirty="0" err="1"/>
              <a:t>uvm_component</a:t>
            </a:r>
            <a:r>
              <a:rPr lang="en-IN" dirty="0"/>
              <a:t> parent = null);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(name, parent);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</a:t>
            </a:r>
          </a:p>
          <a:p>
            <a:r>
              <a:rPr lang="en-IN" dirty="0"/>
              <a:t>  // Check grant is one-hot or zero</a:t>
            </a:r>
          </a:p>
          <a:p>
            <a:r>
              <a:rPr lang="en-IN" dirty="0"/>
              <a:t>  function bit </a:t>
            </a:r>
            <a:r>
              <a:rPr lang="en-IN" dirty="0" err="1"/>
              <a:t>check_onehot</a:t>
            </a:r>
            <a:r>
              <a:rPr lang="en-IN" dirty="0"/>
              <a:t>(bit [3:0] </a:t>
            </a:r>
            <a:r>
              <a:rPr lang="en-IN" dirty="0" err="1"/>
              <a:t>gnt</a:t>
            </a:r>
            <a:r>
              <a:rPr lang="en-IN" dirty="0"/>
              <a:t>);</a:t>
            </a:r>
          </a:p>
          <a:p>
            <a:r>
              <a:rPr lang="en-IN" dirty="0"/>
              <a:t>    return (</a:t>
            </a:r>
            <a:r>
              <a:rPr lang="en-IN" dirty="0" err="1"/>
              <a:t>gnt</a:t>
            </a:r>
            <a:r>
              <a:rPr lang="en-IN" dirty="0"/>
              <a:t> == 4'b0000 || </a:t>
            </a:r>
            <a:r>
              <a:rPr lang="en-IN" dirty="0" err="1"/>
              <a:t>gnt</a:t>
            </a:r>
            <a:r>
              <a:rPr lang="en-IN" dirty="0"/>
              <a:t> == 4'b0001 || </a:t>
            </a:r>
          </a:p>
          <a:p>
            <a:r>
              <a:rPr lang="en-IN" dirty="0"/>
              <a:t>            </a:t>
            </a:r>
            <a:r>
              <a:rPr lang="en-IN" dirty="0" err="1"/>
              <a:t>gnt</a:t>
            </a:r>
            <a:r>
              <a:rPr lang="en-IN" dirty="0"/>
              <a:t> == 4'b0010 || </a:t>
            </a:r>
            <a:r>
              <a:rPr lang="en-IN" dirty="0" err="1"/>
              <a:t>gnt</a:t>
            </a:r>
            <a:r>
              <a:rPr lang="en-IN" dirty="0"/>
              <a:t> == 4'b0100 || </a:t>
            </a:r>
          </a:p>
          <a:p>
            <a:r>
              <a:rPr lang="en-IN" dirty="0"/>
              <a:t>            </a:t>
            </a:r>
            <a:r>
              <a:rPr lang="en-IN" dirty="0" err="1"/>
              <a:t>gnt</a:t>
            </a:r>
            <a:r>
              <a:rPr lang="en-IN" dirty="0"/>
              <a:t> == 4'b1000);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9A44AF-F515-1035-1F77-C00F69E9EE47}"/>
              </a:ext>
            </a:extLst>
          </p:cNvPr>
          <p:cNvSpPr txBox="1"/>
          <p:nvPr/>
        </p:nvSpPr>
        <p:spPr>
          <a:xfrm>
            <a:off x="4963160" y="535166"/>
            <a:ext cx="76555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Agent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arb_agent</a:t>
            </a:r>
            <a:r>
              <a:rPr lang="en-IN" dirty="0"/>
              <a:t> extends </a:t>
            </a:r>
            <a:r>
              <a:rPr lang="en-IN" dirty="0" err="1"/>
              <a:t>uvm_component</a:t>
            </a:r>
            <a:r>
              <a:rPr lang="en-IN" dirty="0"/>
              <a:t>;</a:t>
            </a:r>
          </a:p>
          <a:p>
            <a:r>
              <a:rPr lang="en-IN" dirty="0"/>
              <a:t>  `</a:t>
            </a:r>
            <a:r>
              <a:rPr lang="en-IN" dirty="0" err="1"/>
              <a:t>uvm_component_utils</a:t>
            </a:r>
            <a:r>
              <a:rPr lang="en-IN" dirty="0"/>
              <a:t>(</a:t>
            </a:r>
            <a:r>
              <a:rPr lang="en-IN" dirty="0" err="1"/>
              <a:t>arb_agent</a:t>
            </a:r>
            <a:r>
              <a:rPr lang="en-IN" dirty="0"/>
              <a:t>)</a:t>
            </a:r>
          </a:p>
          <a:p>
            <a:r>
              <a:rPr lang="en-IN" dirty="0"/>
              <a:t>  </a:t>
            </a:r>
            <a:r>
              <a:rPr lang="en-IN" dirty="0" err="1"/>
              <a:t>uvm_sequencer</a:t>
            </a:r>
            <a:r>
              <a:rPr lang="en-IN" dirty="0"/>
              <a:t> #(arb_trans) </a:t>
            </a:r>
            <a:r>
              <a:rPr lang="en-IN" dirty="0" err="1"/>
              <a:t>seqr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  <a:r>
              <a:rPr lang="en-IN" dirty="0" err="1"/>
              <a:t>arb_driver</a:t>
            </a:r>
            <a:r>
              <a:rPr lang="en-IN" dirty="0"/>
              <a:t> </a:t>
            </a:r>
            <a:r>
              <a:rPr lang="en-IN" dirty="0" err="1"/>
              <a:t>drv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  <a:r>
              <a:rPr lang="en-IN" dirty="0" err="1"/>
              <a:t>arb_monitor</a:t>
            </a:r>
            <a:r>
              <a:rPr lang="en-IN" dirty="0"/>
              <a:t> </a:t>
            </a:r>
            <a:r>
              <a:rPr lang="en-IN" dirty="0" err="1"/>
              <a:t>mon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  <a:r>
              <a:rPr lang="en-IN" dirty="0" err="1"/>
              <a:t>arb_scoreboard</a:t>
            </a:r>
            <a:r>
              <a:rPr lang="en-IN" dirty="0"/>
              <a:t> </a:t>
            </a:r>
            <a:r>
              <a:rPr lang="en-IN" dirty="0" err="1"/>
              <a:t>scb</a:t>
            </a:r>
            <a:r>
              <a:rPr lang="en-IN" dirty="0"/>
              <a:t>;</a:t>
            </a:r>
          </a:p>
          <a:p>
            <a:r>
              <a:rPr lang="en-IN" dirty="0"/>
              <a:t>  function new(string name = "</a:t>
            </a:r>
            <a:r>
              <a:rPr lang="en-IN" dirty="0" err="1"/>
              <a:t>arb_agent</a:t>
            </a:r>
            <a:r>
              <a:rPr lang="en-IN" dirty="0"/>
              <a:t>", </a:t>
            </a:r>
            <a:r>
              <a:rPr lang="en-IN" dirty="0" err="1"/>
              <a:t>uvm_component</a:t>
            </a:r>
            <a:r>
              <a:rPr lang="en-IN" dirty="0"/>
              <a:t> parent = null);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(name, parent);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build_phase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</a:t>
            </a:r>
            <a:r>
              <a:rPr lang="en-IN" dirty="0" err="1"/>
              <a:t>seqr</a:t>
            </a:r>
            <a:r>
              <a:rPr lang="en-IN" dirty="0"/>
              <a:t> = </a:t>
            </a:r>
            <a:r>
              <a:rPr lang="en-IN" dirty="0" err="1"/>
              <a:t>uvm_sequencer</a:t>
            </a:r>
            <a:r>
              <a:rPr lang="en-IN" dirty="0"/>
              <a:t>#(arb_trans)::type_id::create("seqr", this);</a:t>
            </a:r>
          </a:p>
          <a:p>
            <a:r>
              <a:rPr lang="en-IN" dirty="0"/>
              <a:t>    </a:t>
            </a:r>
            <a:r>
              <a:rPr lang="en-IN" dirty="0" err="1"/>
              <a:t>drv</a:t>
            </a:r>
            <a:r>
              <a:rPr lang="en-IN" dirty="0"/>
              <a:t>  = </a:t>
            </a:r>
            <a:r>
              <a:rPr lang="en-IN" dirty="0" err="1"/>
              <a:t>arb_driver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</a:t>
            </a:r>
            <a:r>
              <a:rPr lang="en-IN" dirty="0" err="1"/>
              <a:t>drv</a:t>
            </a:r>
            <a:r>
              <a:rPr lang="en-IN" dirty="0"/>
              <a:t>", this);</a:t>
            </a:r>
          </a:p>
          <a:p>
            <a:r>
              <a:rPr lang="en-IN" dirty="0"/>
              <a:t>    </a:t>
            </a:r>
            <a:r>
              <a:rPr lang="en-IN" dirty="0" err="1"/>
              <a:t>mon</a:t>
            </a:r>
            <a:r>
              <a:rPr lang="en-IN" dirty="0"/>
              <a:t>  = </a:t>
            </a:r>
            <a:r>
              <a:rPr lang="en-IN" dirty="0" err="1"/>
              <a:t>arb_monitor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</a:t>
            </a:r>
            <a:r>
              <a:rPr lang="en-IN" dirty="0" err="1"/>
              <a:t>mon</a:t>
            </a:r>
            <a:r>
              <a:rPr lang="en-IN" dirty="0"/>
              <a:t>", this);</a:t>
            </a:r>
          </a:p>
          <a:p>
            <a:r>
              <a:rPr lang="en-IN" dirty="0"/>
              <a:t>    </a:t>
            </a:r>
            <a:r>
              <a:rPr lang="en-IN" dirty="0" err="1"/>
              <a:t>scb</a:t>
            </a:r>
            <a:r>
              <a:rPr lang="en-IN" dirty="0"/>
              <a:t>  = </a:t>
            </a:r>
            <a:r>
              <a:rPr lang="en-IN" dirty="0" err="1"/>
              <a:t>arb_scoreboard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</a:t>
            </a:r>
            <a:r>
              <a:rPr lang="en-IN" dirty="0" err="1"/>
              <a:t>scb</a:t>
            </a:r>
            <a:r>
              <a:rPr lang="en-IN" dirty="0"/>
              <a:t>", this);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connect_phase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 err="1"/>
              <a:t>drv.seq_item_port.connect</a:t>
            </a:r>
            <a:r>
              <a:rPr lang="en-IN" dirty="0"/>
              <a:t>(</a:t>
            </a:r>
            <a:r>
              <a:rPr lang="en-IN" dirty="0" err="1"/>
              <a:t>seqr.seq_item_export</a:t>
            </a:r>
            <a:r>
              <a:rPr lang="en-IN" dirty="0"/>
              <a:t>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A844F9-CF4C-D291-DB10-FDE0F69A00E5}"/>
              </a:ext>
            </a:extLst>
          </p:cNvPr>
          <p:cNvCxnSpPr>
            <a:cxnSpLocks/>
          </p:cNvCxnSpPr>
          <p:nvPr/>
        </p:nvCxnSpPr>
        <p:spPr>
          <a:xfrm>
            <a:off x="4963160" y="666323"/>
            <a:ext cx="0" cy="6055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63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3D99C-F370-EB88-3BE9-B7B9BFF0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ADDE0-EDEE-6AC1-4133-1BDCC6090D7B}"/>
              </a:ext>
            </a:extLst>
          </p:cNvPr>
          <p:cNvSpPr txBox="1"/>
          <p:nvPr/>
        </p:nvSpPr>
        <p:spPr>
          <a:xfrm>
            <a:off x="111760" y="729963"/>
            <a:ext cx="100787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Environment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arb_env</a:t>
            </a:r>
            <a:r>
              <a:rPr lang="en-IN" dirty="0"/>
              <a:t> extends </a:t>
            </a:r>
            <a:r>
              <a:rPr lang="en-IN" dirty="0" err="1"/>
              <a:t>uvm_env</a:t>
            </a:r>
            <a:r>
              <a:rPr lang="en-IN" dirty="0"/>
              <a:t>;</a:t>
            </a:r>
          </a:p>
          <a:p>
            <a:r>
              <a:rPr lang="en-IN" dirty="0"/>
              <a:t>  `</a:t>
            </a:r>
            <a:r>
              <a:rPr lang="en-IN" dirty="0" err="1"/>
              <a:t>uvm_component_utils</a:t>
            </a:r>
            <a:r>
              <a:rPr lang="en-IN" dirty="0"/>
              <a:t>(</a:t>
            </a:r>
            <a:r>
              <a:rPr lang="en-IN" dirty="0" err="1"/>
              <a:t>arb_env</a:t>
            </a:r>
            <a:r>
              <a:rPr lang="en-IN" dirty="0"/>
              <a:t>)</a:t>
            </a:r>
          </a:p>
          <a:p>
            <a:r>
              <a:rPr lang="en-IN" dirty="0"/>
              <a:t>  </a:t>
            </a:r>
            <a:r>
              <a:rPr lang="en-IN" dirty="0" err="1"/>
              <a:t>arb_agent</a:t>
            </a:r>
            <a:r>
              <a:rPr lang="en-IN" dirty="0"/>
              <a:t> </a:t>
            </a:r>
            <a:r>
              <a:rPr lang="en-IN" dirty="0" err="1"/>
              <a:t>agt</a:t>
            </a:r>
            <a:r>
              <a:rPr lang="en-IN" dirty="0"/>
              <a:t>;</a:t>
            </a:r>
          </a:p>
          <a:p>
            <a:r>
              <a:rPr lang="en-IN" dirty="0"/>
              <a:t>  function new(string name = "</a:t>
            </a:r>
            <a:r>
              <a:rPr lang="en-IN" dirty="0" err="1"/>
              <a:t>arb_env</a:t>
            </a:r>
            <a:r>
              <a:rPr lang="en-IN" dirty="0"/>
              <a:t>", </a:t>
            </a:r>
            <a:r>
              <a:rPr lang="en-IN" dirty="0" err="1"/>
              <a:t>uvm_component</a:t>
            </a:r>
            <a:r>
              <a:rPr lang="en-IN" dirty="0"/>
              <a:t> parent = null);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(name, parent);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build_phase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</a:t>
            </a:r>
            <a:r>
              <a:rPr lang="en-IN" dirty="0" err="1"/>
              <a:t>agt</a:t>
            </a:r>
            <a:r>
              <a:rPr lang="en-IN" dirty="0"/>
              <a:t> = </a:t>
            </a:r>
            <a:r>
              <a:rPr lang="en-IN" dirty="0" err="1"/>
              <a:t>arb_agent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</a:t>
            </a:r>
            <a:r>
              <a:rPr lang="en-IN" dirty="0" err="1"/>
              <a:t>agt</a:t>
            </a:r>
            <a:r>
              <a:rPr lang="en-IN" dirty="0"/>
              <a:t>", this);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8308E-68F3-0EF1-B69A-692C3F35656D}"/>
              </a:ext>
            </a:extLst>
          </p:cNvPr>
          <p:cNvSpPr txBox="1"/>
          <p:nvPr/>
        </p:nvSpPr>
        <p:spPr>
          <a:xfrm>
            <a:off x="111760" y="432234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Interface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interface </a:t>
            </a:r>
            <a:r>
              <a:rPr lang="en-IN" dirty="0" err="1"/>
              <a:t>arb_if</a:t>
            </a:r>
            <a:r>
              <a:rPr lang="en-IN" dirty="0"/>
              <a:t>(input bit </a:t>
            </a:r>
            <a:r>
              <a:rPr lang="en-IN" dirty="0" err="1"/>
              <a:t>clk</a:t>
            </a:r>
            <a:r>
              <a:rPr lang="en-IN" dirty="0"/>
              <a:t>);</a:t>
            </a:r>
          </a:p>
          <a:p>
            <a:r>
              <a:rPr lang="en-IN" dirty="0"/>
              <a:t>  logic </a:t>
            </a:r>
            <a:r>
              <a:rPr lang="en-IN" dirty="0" err="1"/>
              <a:t>rst</a:t>
            </a:r>
            <a:r>
              <a:rPr lang="en-IN" dirty="0"/>
              <a:t>;</a:t>
            </a:r>
          </a:p>
          <a:p>
            <a:r>
              <a:rPr lang="en-IN" dirty="0"/>
              <a:t>  logic [3:0] </a:t>
            </a:r>
            <a:r>
              <a:rPr lang="en-IN" dirty="0" err="1"/>
              <a:t>req</a:t>
            </a:r>
            <a:r>
              <a:rPr lang="en-IN" dirty="0"/>
              <a:t>;</a:t>
            </a:r>
          </a:p>
          <a:p>
            <a:r>
              <a:rPr lang="en-IN" dirty="0"/>
              <a:t>  logic [3:0] </a:t>
            </a:r>
            <a:r>
              <a:rPr lang="en-IN" dirty="0" err="1"/>
              <a:t>gnt</a:t>
            </a:r>
            <a:r>
              <a:rPr lang="en-IN" dirty="0"/>
              <a:t>;</a:t>
            </a:r>
          </a:p>
          <a:p>
            <a:r>
              <a:rPr lang="en-IN" dirty="0" err="1"/>
              <a:t>endinterface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07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0F9C4-8A3C-D848-D197-6BCCA3A4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A7088-8561-547D-6803-320934491A85}"/>
              </a:ext>
            </a:extLst>
          </p:cNvPr>
          <p:cNvSpPr txBox="1"/>
          <p:nvPr/>
        </p:nvSpPr>
        <p:spPr>
          <a:xfrm>
            <a:off x="6096000" y="283208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function void </a:t>
            </a:r>
            <a:r>
              <a:rPr lang="en-IN" dirty="0" err="1"/>
              <a:t>report_phase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real </a:t>
            </a:r>
            <a:r>
              <a:rPr lang="en-IN" dirty="0" err="1"/>
              <a:t>cov</a:t>
            </a:r>
            <a:r>
              <a:rPr lang="en-IN" dirty="0"/>
              <a:t> = </a:t>
            </a:r>
            <a:r>
              <a:rPr lang="en-IN" dirty="0" err="1"/>
              <a:t>env.agt.mon.arb_cg.get_coverage</a:t>
            </a:r>
            <a:r>
              <a:rPr lang="en-IN" dirty="0"/>
              <a:t>();</a:t>
            </a:r>
          </a:p>
          <a:p>
            <a:r>
              <a:rPr lang="en-IN" dirty="0"/>
              <a:t> `</a:t>
            </a:r>
            <a:r>
              <a:rPr lang="en-IN" dirty="0" err="1"/>
              <a:t>uvm_info</a:t>
            </a:r>
            <a:r>
              <a:rPr lang="en-IN" dirty="0"/>
              <a:t>("COVERAGE", $</a:t>
            </a:r>
            <a:r>
              <a:rPr lang="en-IN" dirty="0" err="1"/>
              <a:t>sformatf</a:t>
            </a:r>
            <a:r>
              <a:rPr lang="en-IN" dirty="0"/>
              <a:t>("Final Coverage = %.2f%%", </a:t>
            </a:r>
            <a:r>
              <a:rPr lang="en-IN" dirty="0" err="1"/>
              <a:t>cov</a:t>
            </a:r>
            <a:r>
              <a:rPr lang="en-IN" dirty="0"/>
              <a:t>), UVM_LOW)</a:t>
            </a:r>
          </a:p>
          <a:p>
            <a:r>
              <a:rPr lang="en-IN" dirty="0"/>
              <a:t>    if (</a:t>
            </a:r>
            <a:r>
              <a:rPr lang="en-IN" dirty="0" err="1"/>
              <a:t>cov</a:t>
            </a:r>
            <a:r>
              <a:rPr lang="en-IN" dirty="0"/>
              <a:t> &gt;= 90.0)</a:t>
            </a:r>
          </a:p>
          <a:p>
            <a:r>
              <a:rPr lang="en-IN" dirty="0"/>
              <a:t>      `</a:t>
            </a:r>
            <a:r>
              <a:rPr lang="en-IN" dirty="0" err="1"/>
              <a:t>uvm_info</a:t>
            </a:r>
            <a:r>
              <a:rPr lang="en-IN" dirty="0"/>
              <a:t>("PASS", "*** COVERAGE &gt;= 90%% - TEST PASSED ***", UVM_LOW)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`</a:t>
            </a:r>
            <a:r>
              <a:rPr lang="en-IN" dirty="0" err="1"/>
              <a:t>uvm_error</a:t>
            </a:r>
            <a:r>
              <a:rPr lang="en-IN" dirty="0"/>
              <a:t>("FAIL", $</a:t>
            </a:r>
            <a:r>
              <a:rPr lang="en-IN" dirty="0" err="1"/>
              <a:t>sformatf</a:t>
            </a:r>
            <a:r>
              <a:rPr lang="en-IN" dirty="0"/>
              <a:t>("Coverage only %.2f%% (goal: 90%%)", </a:t>
            </a:r>
            <a:r>
              <a:rPr lang="en-IN" dirty="0" err="1"/>
              <a:t>cov</a:t>
            </a:r>
            <a:r>
              <a:rPr lang="en-IN" dirty="0"/>
              <a:t>))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 err="1"/>
              <a:t>endclass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51D97-815F-E231-2EF4-A3E2520F1C28}"/>
              </a:ext>
            </a:extLst>
          </p:cNvPr>
          <p:cNvSpPr txBox="1"/>
          <p:nvPr/>
        </p:nvSpPr>
        <p:spPr>
          <a:xfrm>
            <a:off x="152400" y="627807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Test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class </a:t>
            </a:r>
            <a:r>
              <a:rPr lang="en-IN" dirty="0" err="1"/>
              <a:t>arb_test</a:t>
            </a:r>
            <a:r>
              <a:rPr lang="en-IN" dirty="0"/>
              <a:t> extends </a:t>
            </a:r>
            <a:r>
              <a:rPr lang="en-IN" dirty="0" err="1"/>
              <a:t>uvm_test</a:t>
            </a:r>
            <a:r>
              <a:rPr lang="en-IN" dirty="0"/>
              <a:t>;</a:t>
            </a:r>
          </a:p>
          <a:p>
            <a:r>
              <a:rPr lang="en-IN" dirty="0"/>
              <a:t>  `</a:t>
            </a:r>
            <a:r>
              <a:rPr lang="en-IN" dirty="0" err="1"/>
              <a:t>uvm_component_utils</a:t>
            </a:r>
            <a:r>
              <a:rPr lang="en-IN" dirty="0"/>
              <a:t>(</a:t>
            </a:r>
            <a:r>
              <a:rPr lang="en-IN" dirty="0" err="1"/>
              <a:t>arb_test</a:t>
            </a:r>
            <a:r>
              <a:rPr lang="en-IN" dirty="0"/>
              <a:t>)</a:t>
            </a:r>
          </a:p>
          <a:p>
            <a:r>
              <a:rPr lang="en-IN" dirty="0"/>
              <a:t>  </a:t>
            </a:r>
            <a:r>
              <a:rPr lang="en-IN" dirty="0" err="1"/>
              <a:t>arb_env</a:t>
            </a:r>
            <a:r>
              <a:rPr lang="en-IN" dirty="0"/>
              <a:t> env;</a:t>
            </a:r>
          </a:p>
          <a:p>
            <a:r>
              <a:rPr lang="en-IN" dirty="0"/>
              <a:t>  </a:t>
            </a:r>
            <a:r>
              <a:rPr lang="en-IN" dirty="0" err="1"/>
              <a:t>arb_seq</a:t>
            </a:r>
            <a:r>
              <a:rPr lang="en-IN" dirty="0"/>
              <a:t> </a:t>
            </a:r>
            <a:r>
              <a:rPr lang="en-IN" dirty="0" err="1"/>
              <a:t>seq</a:t>
            </a:r>
            <a:r>
              <a:rPr lang="en-IN" dirty="0"/>
              <a:t>;</a:t>
            </a:r>
          </a:p>
          <a:p>
            <a:r>
              <a:rPr lang="en-IN" dirty="0"/>
              <a:t>  function new(string name = "</a:t>
            </a:r>
            <a:r>
              <a:rPr lang="en-IN" dirty="0" err="1"/>
              <a:t>arb_test</a:t>
            </a:r>
            <a:r>
              <a:rPr lang="en-IN" dirty="0"/>
              <a:t>", </a:t>
            </a:r>
            <a:r>
              <a:rPr lang="en-IN" dirty="0" err="1"/>
              <a:t>uvm_component</a:t>
            </a:r>
            <a:r>
              <a:rPr lang="en-IN" dirty="0"/>
              <a:t> parent = null);</a:t>
            </a:r>
          </a:p>
          <a:p>
            <a:r>
              <a:rPr lang="en-IN" dirty="0"/>
              <a:t>    </a:t>
            </a:r>
            <a:r>
              <a:rPr lang="en-IN" dirty="0" err="1"/>
              <a:t>super.new</a:t>
            </a:r>
            <a:r>
              <a:rPr lang="en-IN" dirty="0"/>
              <a:t>(name, parent);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function void </a:t>
            </a:r>
            <a:r>
              <a:rPr lang="en-IN" dirty="0" err="1"/>
              <a:t>build_phase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env = </a:t>
            </a:r>
            <a:r>
              <a:rPr lang="en-IN" dirty="0" err="1"/>
              <a:t>arb_env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::create("env", this);</a:t>
            </a:r>
          </a:p>
          <a:p>
            <a:r>
              <a:rPr lang="en-IN" dirty="0"/>
              <a:t>  </a:t>
            </a:r>
            <a:r>
              <a:rPr lang="en-IN" dirty="0" err="1"/>
              <a:t>endfunction</a:t>
            </a:r>
            <a:endParaRPr lang="en-IN" dirty="0"/>
          </a:p>
          <a:p>
            <a:r>
              <a:rPr lang="en-IN" dirty="0"/>
              <a:t>  task </a:t>
            </a:r>
            <a:r>
              <a:rPr lang="en-IN" dirty="0" err="1"/>
              <a:t>run_phase</a:t>
            </a:r>
            <a:r>
              <a:rPr lang="en-IN" dirty="0"/>
              <a:t>(</a:t>
            </a:r>
            <a:r>
              <a:rPr lang="en-IN" dirty="0" err="1"/>
              <a:t>uvm_phase</a:t>
            </a:r>
            <a:r>
              <a:rPr lang="en-IN" dirty="0"/>
              <a:t> phase);</a:t>
            </a:r>
          </a:p>
          <a:p>
            <a:r>
              <a:rPr lang="en-IN" dirty="0"/>
              <a:t>    </a:t>
            </a:r>
            <a:r>
              <a:rPr lang="en-IN" dirty="0" err="1"/>
              <a:t>phase.raise_objection</a:t>
            </a:r>
            <a:r>
              <a:rPr lang="en-IN" dirty="0"/>
              <a:t>(this);</a:t>
            </a:r>
          </a:p>
          <a:p>
            <a:r>
              <a:rPr lang="en-IN" dirty="0"/>
              <a:t>    </a:t>
            </a:r>
            <a:r>
              <a:rPr lang="en-IN" dirty="0" err="1"/>
              <a:t>seq</a:t>
            </a:r>
            <a:r>
              <a:rPr lang="en-IN" dirty="0"/>
              <a:t> = </a:t>
            </a:r>
            <a:r>
              <a:rPr lang="en-IN" dirty="0" err="1"/>
              <a:t>arb_seq</a:t>
            </a:r>
            <a:r>
              <a:rPr lang="en-IN" dirty="0"/>
              <a:t>::</a:t>
            </a:r>
            <a:r>
              <a:rPr lang="en-IN" dirty="0" err="1"/>
              <a:t>type_id</a:t>
            </a:r>
            <a:r>
              <a:rPr lang="en-IN" dirty="0"/>
              <a:t>::create("</a:t>
            </a:r>
            <a:r>
              <a:rPr lang="en-IN" dirty="0" err="1"/>
              <a:t>seq</a:t>
            </a:r>
            <a:r>
              <a:rPr lang="en-IN" dirty="0"/>
              <a:t>");</a:t>
            </a:r>
          </a:p>
          <a:p>
            <a:r>
              <a:rPr lang="en-IN" dirty="0"/>
              <a:t>    </a:t>
            </a:r>
            <a:r>
              <a:rPr lang="en-IN" dirty="0" err="1"/>
              <a:t>seq.start</a:t>
            </a:r>
            <a:r>
              <a:rPr lang="en-IN" dirty="0"/>
              <a:t>(</a:t>
            </a:r>
            <a:r>
              <a:rPr lang="en-IN" dirty="0" err="1"/>
              <a:t>env.agt.seqr</a:t>
            </a:r>
            <a:r>
              <a:rPr lang="en-IN" dirty="0"/>
              <a:t>);</a:t>
            </a:r>
          </a:p>
          <a:p>
            <a:r>
              <a:rPr lang="en-IN" dirty="0"/>
              <a:t>    #100;</a:t>
            </a:r>
          </a:p>
          <a:p>
            <a:r>
              <a:rPr lang="en-IN" dirty="0"/>
              <a:t>    </a:t>
            </a:r>
            <a:r>
              <a:rPr lang="en-IN" dirty="0" err="1"/>
              <a:t>phase.drop_objection</a:t>
            </a:r>
            <a:r>
              <a:rPr lang="en-IN" dirty="0"/>
              <a:t>(this);</a:t>
            </a:r>
          </a:p>
          <a:p>
            <a:r>
              <a:rPr lang="en-IN" dirty="0"/>
              <a:t>  </a:t>
            </a:r>
            <a:r>
              <a:rPr lang="en-IN" dirty="0" err="1"/>
              <a:t>endtask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55D254-A96E-B45F-B0A9-24C7CAB5D78D}"/>
              </a:ext>
            </a:extLst>
          </p:cNvPr>
          <p:cNvCxnSpPr/>
          <p:nvPr/>
        </p:nvCxnSpPr>
        <p:spPr>
          <a:xfrm>
            <a:off x="5933440" y="863600"/>
            <a:ext cx="0" cy="538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66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0B61B-5DF5-E39F-8920-7A2DA5DB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1D257-6289-13EF-36C8-1B97AD423942}"/>
              </a:ext>
            </a:extLst>
          </p:cNvPr>
          <p:cNvSpPr txBox="1"/>
          <p:nvPr/>
        </p:nvSpPr>
        <p:spPr>
          <a:xfrm>
            <a:off x="213360" y="671691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// Top Module</a:t>
            </a:r>
          </a:p>
          <a:p>
            <a:r>
              <a:rPr lang="en-IN" dirty="0"/>
              <a:t>//------------------------------------------</a:t>
            </a:r>
          </a:p>
          <a:p>
            <a:r>
              <a:rPr lang="en-IN" dirty="0"/>
              <a:t>module </a:t>
            </a:r>
            <a:r>
              <a:rPr lang="en-IN" dirty="0" err="1"/>
              <a:t>tb_top</a:t>
            </a:r>
            <a:r>
              <a:rPr lang="en-IN" dirty="0"/>
              <a:t>;</a:t>
            </a:r>
          </a:p>
          <a:p>
            <a:r>
              <a:rPr lang="en-IN" dirty="0"/>
              <a:t>  bit </a:t>
            </a:r>
            <a:r>
              <a:rPr lang="en-IN" dirty="0" err="1"/>
              <a:t>clk</a:t>
            </a:r>
            <a:r>
              <a:rPr lang="en-IN" dirty="0"/>
              <a:t> = 0;</a:t>
            </a:r>
          </a:p>
          <a:p>
            <a:r>
              <a:rPr lang="en-IN" dirty="0"/>
              <a:t>  always #5 </a:t>
            </a:r>
            <a:r>
              <a:rPr lang="en-IN" dirty="0" err="1"/>
              <a:t>clk</a:t>
            </a:r>
            <a:r>
              <a:rPr lang="en-IN" dirty="0"/>
              <a:t> = ~</a:t>
            </a:r>
            <a:r>
              <a:rPr lang="en-IN" dirty="0" err="1"/>
              <a:t>clk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  <a:r>
              <a:rPr lang="en-IN" dirty="0" err="1"/>
              <a:t>arb_if</a:t>
            </a:r>
            <a:r>
              <a:rPr lang="en-IN" dirty="0"/>
              <a:t> </a:t>
            </a:r>
            <a:r>
              <a:rPr lang="en-IN" dirty="0" err="1"/>
              <a:t>vif</a:t>
            </a:r>
            <a:r>
              <a:rPr lang="en-IN" dirty="0"/>
              <a:t>(</a:t>
            </a:r>
            <a:r>
              <a:rPr lang="en-IN" dirty="0" err="1"/>
              <a:t>clk</a:t>
            </a:r>
            <a:r>
              <a:rPr lang="en-IN" dirty="0"/>
              <a:t>);</a:t>
            </a:r>
          </a:p>
          <a:p>
            <a:r>
              <a:rPr lang="en-IN" dirty="0"/>
              <a:t>  </a:t>
            </a:r>
            <a:r>
              <a:rPr lang="en-IN" dirty="0" err="1"/>
              <a:t>round_robin_arbiter</a:t>
            </a:r>
            <a:r>
              <a:rPr lang="en-IN" dirty="0"/>
              <a:t> </a:t>
            </a:r>
            <a:r>
              <a:rPr lang="en-IN" dirty="0" err="1"/>
              <a:t>dut</a:t>
            </a:r>
            <a:r>
              <a:rPr lang="en-IN" dirty="0"/>
              <a:t> (</a:t>
            </a:r>
          </a:p>
          <a:p>
            <a:r>
              <a:rPr lang="en-IN" dirty="0"/>
              <a:t>    .</a:t>
            </a:r>
            <a:r>
              <a:rPr lang="en-IN" dirty="0" err="1"/>
              <a:t>clk</a:t>
            </a:r>
            <a:r>
              <a:rPr lang="en-IN" dirty="0"/>
              <a:t>(</a:t>
            </a:r>
            <a:r>
              <a:rPr lang="en-IN" dirty="0" err="1"/>
              <a:t>clk</a:t>
            </a:r>
            <a:r>
              <a:rPr lang="en-IN" dirty="0"/>
              <a:t>),</a:t>
            </a:r>
          </a:p>
          <a:p>
            <a:r>
              <a:rPr lang="en-IN" dirty="0"/>
              <a:t>    .</a:t>
            </a:r>
            <a:r>
              <a:rPr lang="en-IN" dirty="0" err="1"/>
              <a:t>rst</a:t>
            </a:r>
            <a:r>
              <a:rPr lang="en-IN" dirty="0"/>
              <a:t>(</a:t>
            </a:r>
            <a:r>
              <a:rPr lang="en-IN" dirty="0" err="1"/>
              <a:t>vif.rst</a:t>
            </a:r>
            <a:r>
              <a:rPr lang="en-IN" dirty="0"/>
              <a:t>),</a:t>
            </a:r>
          </a:p>
          <a:p>
            <a:r>
              <a:rPr lang="en-IN" dirty="0"/>
              <a:t>    .</a:t>
            </a:r>
            <a:r>
              <a:rPr lang="en-IN" dirty="0" err="1"/>
              <a:t>req</a:t>
            </a:r>
            <a:r>
              <a:rPr lang="en-IN" dirty="0"/>
              <a:t>(</a:t>
            </a:r>
            <a:r>
              <a:rPr lang="en-IN" dirty="0" err="1"/>
              <a:t>vif.req</a:t>
            </a:r>
            <a:r>
              <a:rPr lang="en-IN" dirty="0"/>
              <a:t>),</a:t>
            </a:r>
          </a:p>
          <a:p>
            <a:r>
              <a:rPr lang="en-IN" dirty="0"/>
              <a:t>    .</a:t>
            </a:r>
            <a:r>
              <a:rPr lang="en-IN" dirty="0" err="1"/>
              <a:t>gnt</a:t>
            </a:r>
            <a:r>
              <a:rPr lang="en-IN" dirty="0"/>
              <a:t>(</a:t>
            </a:r>
            <a:r>
              <a:rPr lang="en-IN" dirty="0" err="1"/>
              <a:t>vif.gnt</a:t>
            </a:r>
            <a:r>
              <a:rPr lang="en-IN" dirty="0"/>
              <a:t>)</a:t>
            </a:r>
          </a:p>
          <a:p>
            <a:r>
              <a:rPr lang="en-IN" dirty="0"/>
              <a:t>  );</a:t>
            </a:r>
          </a:p>
          <a:p>
            <a:r>
              <a:rPr lang="en-IN" dirty="0"/>
              <a:t>  initial begin</a:t>
            </a:r>
          </a:p>
          <a:p>
            <a:r>
              <a:rPr lang="en-IN" dirty="0"/>
              <a:t>    </a:t>
            </a:r>
            <a:r>
              <a:rPr lang="en-IN" dirty="0" err="1"/>
              <a:t>vif.rst</a:t>
            </a:r>
            <a:r>
              <a:rPr lang="en-IN" dirty="0"/>
              <a:t> = 1;</a:t>
            </a:r>
          </a:p>
          <a:p>
            <a:r>
              <a:rPr lang="en-IN" dirty="0"/>
              <a:t>    </a:t>
            </a:r>
            <a:r>
              <a:rPr lang="en-IN" dirty="0" err="1"/>
              <a:t>vif.req</a:t>
            </a:r>
            <a:r>
              <a:rPr lang="en-IN" dirty="0"/>
              <a:t> = 0;</a:t>
            </a:r>
          </a:p>
          <a:p>
            <a:r>
              <a:rPr lang="en-IN" dirty="0"/>
              <a:t>    repeat (3) @(posedge </a:t>
            </a:r>
            <a:r>
              <a:rPr lang="en-IN" dirty="0" err="1"/>
              <a:t>clk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vif.rst</a:t>
            </a:r>
            <a:r>
              <a:rPr lang="en-IN" dirty="0"/>
              <a:t> = 0;</a:t>
            </a:r>
          </a:p>
          <a:p>
            <a:r>
              <a:rPr lang="en-IN" dirty="0"/>
              <a:t> 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7D770-A47F-102E-E696-79FC37C0DF0F}"/>
              </a:ext>
            </a:extLst>
          </p:cNvPr>
          <p:cNvSpPr txBox="1"/>
          <p:nvPr/>
        </p:nvSpPr>
        <p:spPr>
          <a:xfrm>
            <a:off x="5689600" y="377102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initial begin</a:t>
            </a:r>
          </a:p>
          <a:p>
            <a:r>
              <a:rPr lang="en-IN" dirty="0"/>
              <a:t>    </a:t>
            </a:r>
            <a:r>
              <a:rPr lang="en-IN" dirty="0" err="1"/>
              <a:t>uvm_config_db</a:t>
            </a:r>
            <a:r>
              <a:rPr lang="en-IN" dirty="0"/>
              <a:t>#(virtual </a:t>
            </a:r>
            <a:r>
              <a:rPr lang="en-IN" dirty="0" err="1"/>
              <a:t>arb_if</a:t>
            </a:r>
            <a:r>
              <a:rPr lang="en-IN" dirty="0"/>
              <a:t>)::set(null, "*", "</a:t>
            </a:r>
            <a:r>
              <a:rPr lang="en-IN" dirty="0" err="1"/>
              <a:t>vif</a:t>
            </a:r>
            <a:r>
              <a:rPr lang="en-IN" dirty="0"/>
              <a:t>", </a:t>
            </a:r>
            <a:r>
              <a:rPr lang="en-IN" dirty="0" err="1"/>
              <a:t>vif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run_test</a:t>
            </a:r>
            <a:r>
              <a:rPr lang="en-IN" dirty="0"/>
              <a:t>("</a:t>
            </a:r>
            <a:r>
              <a:rPr lang="en-IN" dirty="0" err="1"/>
              <a:t>arb_test</a:t>
            </a:r>
            <a:r>
              <a:rPr lang="en-IN" dirty="0"/>
              <a:t>");</a:t>
            </a:r>
          </a:p>
          <a:p>
            <a:r>
              <a:rPr lang="en-IN" dirty="0"/>
              <a:t>  end</a:t>
            </a:r>
          </a:p>
          <a:p>
            <a:r>
              <a:rPr lang="en-IN" dirty="0"/>
              <a:t> initial begin</a:t>
            </a:r>
          </a:p>
          <a:p>
            <a:r>
              <a:rPr lang="en-IN" dirty="0"/>
              <a:t>    $</a:t>
            </a:r>
            <a:r>
              <a:rPr lang="en-IN" dirty="0" err="1"/>
              <a:t>dumpfile</a:t>
            </a:r>
            <a:r>
              <a:rPr lang="en-IN" dirty="0"/>
              <a:t>("</a:t>
            </a:r>
            <a:r>
              <a:rPr lang="en-IN" dirty="0" err="1"/>
              <a:t>arbiter.vcd</a:t>
            </a:r>
            <a:r>
              <a:rPr lang="en-IN" dirty="0"/>
              <a:t>");</a:t>
            </a:r>
          </a:p>
          <a:p>
            <a:r>
              <a:rPr lang="en-IN" dirty="0"/>
              <a:t>    $</a:t>
            </a:r>
            <a:r>
              <a:rPr lang="en-IN" dirty="0" err="1"/>
              <a:t>dumpvars</a:t>
            </a:r>
            <a:r>
              <a:rPr lang="en-IN" dirty="0"/>
              <a:t>(0, </a:t>
            </a:r>
            <a:r>
              <a:rPr lang="en-IN" dirty="0" err="1"/>
              <a:t>tb_top</a:t>
            </a:r>
            <a:r>
              <a:rPr lang="en-IN" dirty="0"/>
              <a:t>);</a:t>
            </a:r>
          </a:p>
          <a:p>
            <a:r>
              <a:rPr lang="en-IN" dirty="0"/>
              <a:t>  end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766D30-43C7-B00C-53B9-7BB31ACB23B6}"/>
              </a:ext>
            </a:extLst>
          </p:cNvPr>
          <p:cNvCxnSpPr/>
          <p:nvPr/>
        </p:nvCxnSpPr>
        <p:spPr>
          <a:xfrm>
            <a:off x="4836160" y="751840"/>
            <a:ext cx="0" cy="5604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47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696DF-07C3-82DF-D2F9-4E38FCCF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99A1-9A4A-4327-BA1C-E7F85A7ABD6A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AC68D-A232-0421-FD4A-72FEB83B5CC2}"/>
              </a:ext>
            </a:extLst>
          </p:cNvPr>
          <p:cNvSpPr txBox="1"/>
          <p:nvPr/>
        </p:nvSpPr>
        <p:spPr>
          <a:xfrm>
            <a:off x="223520" y="2742029"/>
            <a:ext cx="1125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94618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2572</Words>
  <Application>Microsoft Office PowerPoint</Application>
  <PresentationFormat>Widescreen</PresentationFormat>
  <Paragraphs>354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ROUND ROBIN ARBITER USING UVM TEST BENCH</vt:lpstr>
      <vt:lpstr>DESIGN CODE:</vt:lpstr>
      <vt:lpstr>PowerPoint Presentation</vt:lpstr>
      <vt:lpstr>LAYERED TESTBENCH: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Gautham Varma</dc:creator>
  <cp:lastModifiedBy>RAAJ S</cp:lastModifiedBy>
  <cp:revision>6</cp:revision>
  <dcterms:created xsi:type="dcterms:W3CDTF">2024-11-10T08:04:43Z</dcterms:created>
  <dcterms:modified xsi:type="dcterms:W3CDTF">2025-11-11T17:12:23Z</dcterms:modified>
</cp:coreProperties>
</file>